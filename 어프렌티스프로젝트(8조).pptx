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81" r:id="rId6"/>
    <p:sldId id="295" r:id="rId7"/>
    <p:sldId id="34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FF2D2D"/>
    <a:srgbClr val="0000FF"/>
    <a:srgbClr val="6B6BFF"/>
    <a:srgbClr val="4335C6"/>
    <a:srgbClr val="7369CC"/>
    <a:srgbClr val="E7E6E6"/>
    <a:srgbClr val="DAA600"/>
    <a:srgbClr val="AC8300"/>
    <a:srgbClr val="B4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E69074-8236-41B4-A294-EE5B29733434}" v="625" dt="2023-07-21T06:37:29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04" autoAdjust="0"/>
    <p:restoredTop sz="96279" autoAdjust="0"/>
  </p:normalViewPr>
  <p:slideViewPr>
    <p:cSldViewPr snapToGrid="0">
      <p:cViewPr varScale="1">
        <p:scale>
          <a:sx n="110" d="100"/>
          <a:sy n="110" d="100"/>
        </p:scale>
        <p:origin x="364" y="88"/>
      </p:cViewPr>
      <p:guideLst>
        <p:guide orient="horz" pos="24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동석" userId="a484158e-f78b-4e4d-aa5c-b1d0d46318d2" providerId="ADAL" clId="{6B7D66E2-C963-4A97-A402-B45C4C03E430}"/>
    <pc:docChg chg="undo redo custSel addSld modSld">
      <pc:chgData name="이 동석" userId="a484158e-f78b-4e4d-aa5c-b1d0d46318d2" providerId="ADAL" clId="{6B7D66E2-C963-4A97-A402-B45C4C03E430}" dt="2023-04-21T06:29:58.627" v="612" actId="20577"/>
      <pc:docMkLst>
        <pc:docMk/>
      </pc:docMkLst>
      <pc:sldChg chg="modSp mod">
        <pc:chgData name="이 동석" userId="a484158e-f78b-4e4d-aa5c-b1d0d46318d2" providerId="ADAL" clId="{6B7D66E2-C963-4A97-A402-B45C4C03E430}" dt="2023-04-21T05:59:31.332" v="464" actId="20577"/>
        <pc:sldMkLst>
          <pc:docMk/>
          <pc:sldMk cId="3739828957" sldId="256"/>
        </pc:sldMkLst>
        <pc:spChg chg="mod">
          <ac:chgData name="이 동석" userId="a484158e-f78b-4e4d-aa5c-b1d0d46318d2" providerId="ADAL" clId="{6B7D66E2-C963-4A97-A402-B45C4C03E430}" dt="2023-04-21T05:59:31.332" v="464" actId="20577"/>
          <ac:spMkLst>
            <pc:docMk/>
            <pc:sldMk cId="3739828957" sldId="256"/>
            <ac:spMk id="5" creationId="{C48F097B-0E96-B261-D176-9B492CA1A7CA}"/>
          </ac:spMkLst>
        </pc:spChg>
        <pc:picChg chg="mod">
          <ac:chgData name="이 동석" userId="a484158e-f78b-4e4d-aa5c-b1d0d46318d2" providerId="ADAL" clId="{6B7D66E2-C963-4A97-A402-B45C4C03E430}" dt="2023-04-14T03:03:42.699" v="126" actId="732"/>
          <ac:picMkLst>
            <pc:docMk/>
            <pc:sldMk cId="3739828957" sldId="256"/>
            <ac:picMk id="7" creationId="{91285657-0998-9C3C-31B6-A60BE972987B}"/>
          </ac:picMkLst>
        </pc:picChg>
      </pc:sldChg>
      <pc:sldChg chg="modSp mod">
        <pc:chgData name="이 동석" userId="a484158e-f78b-4e4d-aa5c-b1d0d46318d2" providerId="ADAL" clId="{6B7D66E2-C963-4A97-A402-B45C4C03E430}" dt="2023-04-21T05:59:49.281" v="466" actId="14100"/>
        <pc:sldMkLst>
          <pc:docMk/>
          <pc:sldMk cId="3214176974" sldId="258"/>
        </pc:sldMkLst>
        <pc:spChg chg="mod">
          <ac:chgData name="이 동석" userId="a484158e-f78b-4e4d-aa5c-b1d0d46318d2" providerId="ADAL" clId="{6B7D66E2-C963-4A97-A402-B45C4C03E430}" dt="2023-04-21T05:54:24.394" v="434" actId="20577"/>
          <ac:spMkLst>
            <pc:docMk/>
            <pc:sldMk cId="3214176974" sldId="258"/>
            <ac:spMk id="3" creationId="{CAE75DBB-92DE-6B4C-3B99-85FFC72211EF}"/>
          </ac:spMkLst>
        </pc:spChg>
        <pc:picChg chg="mod">
          <ac:chgData name="이 동석" userId="a484158e-f78b-4e4d-aa5c-b1d0d46318d2" providerId="ADAL" clId="{6B7D66E2-C963-4A97-A402-B45C4C03E430}" dt="2023-04-14T03:03:35.337" v="125" actId="732"/>
          <ac:picMkLst>
            <pc:docMk/>
            <pc:sldMk cId="3214176974" sldId="258"/>
            <ac:picMk id="1034" creationId="{F28D6BD2-75A2-268B-7247-A3DBEBA9C4A5}"/>
          </ac:picMkLst>
        </pc:picChg>
        <pc:cxnChg chg="mod">
          <ac:chgData name="이 동석" userId="a484158e-f78b-4e4d-aa5c-b1d0d46318d2" providerId="ADAL" clId="{6B7D66E2-C963-4A97-A402-B45C4C03E430}" dt="2023-04-21T05:59:46.820" v="465" actId="14100"/>
          <ac:cxnSpMkLst>
            <pc:docMk/>
            <pc:sldMk cId="3214176974" sldId="258"/>
            <ac:cxnSpMk id="14" creationId="{E5ACFD12-F955-BCD8-8D9E-415BF7E66059}"/>
          </ac:cxnSpMkLst>
        </pc:cxnChg>
        <pc:cxnChg chg="mod">
          <ac:chgData name="이 동석" userId="a484158e-f78b-4e4d-aa5c-b1d0d46318d2" providerId="ADAL" clId="{6B7D66E2-C963-4A97-A402-B45C4C03E430}" dt="2023-04-21T05:59:49.281" v="466" actId="14100"/>
          <ac:cxnSpMkLst>
            <pc:docMk/>
            <pc:sldMk cId="3214176974" sldId="258"/>
            <ac:cxnSpMk id="18" creationId="{E5D7CB14-0E83-E1BB-83EF-47D2F02A444C}"/>
          </ac:cxnSpMkLst>
        </pc:cxnChg>
      </pc:sldChg>
      <pc:sldChg chg="modSp">
        <pc:chgData name="이 동석" userId="a484158e-f78b-4e4d-aa5c-b1d0d46318d2" providerId="ADAL" clId="{6B7D66E2-C963-4A97-A402-B45C4C03E430}" dt="2023-04-14T03:04:05.600" v="130" actId="1036"/>
        <pc:sldMkLst>
          <pc:docMk/>
          <pc:sldMk cId="2586306348" sldId="262"/>
        </pc:sldMkLst>
        <pc:picChg chg="mod">
          <ac:chgData name="이 동석" userId="a484158e-f78b-4e4d-aa5c-b1d0d46318d2" providerId="ADAL" clId="{6B7D66E2-C963-4A97-A402-B45C4C03E430}" dt="2023-04-14T03:04:05.600" v="130" actId="1036"/>
          <ac:picMkLst>
            <pc:docMk/>
            <pc:sldMk cId="2586306348" sldId="262"/>
            <ac:picMk id="2" creationId="{F729E692-6C2E-66C3-7598-E5B9BCF6FDE2}"/>
          </ac:picMkLst>
        </pc:picChg>
        <pc:picChg chg="mod">
          <ac:chgData name="이 동석" userId="a484158e-f78b-4e4d-aa5c-b1d0d46318d2" providerId="ADAL" clId="{6B7D66E2-C963-4A97-A402-B45C4C03E430}" dt="2023-04-14T03:04:03.909" v="129" actId="1035"/>
          <ac:picMkLst>
            <pc:docMk/>
            <pc:sldMk cId="2586306348" sldId="262"/>
            <ac:picMk id="1034" creationId="{9A3CA838-2278-FCAE-AFE8-ECAD66561ACF}"/>
          </ac:picMkLst>
        </pc:picChg>
      </pc:sldChg>
      <pc:sldChg chg="addSp delSp modSp mod">
        <pc:chgData name="이 동석" userId="a484158e-f78b-4e4d-aa5c-b1d0d46318d2" providerId="ADAL" clId="{6B7D66E2-C963-4A97-A402-B45C4C03E430}" dt="2023-04-14T03:48:07.467" v="371" actId="21"/>
        <pc:sldMkLst>
          <pc:docMk/>
          <pc:sldMk cId="3942314590" sldId="263"/>
        </pc:sldMkLst>
        <pc:spChg chg="add del mod">
          <ac:chgData name="이 동석" userId="a484158e-f78b-4e4d-aa5c-b1d0d46318d2" providerId="ADAL" clId="{6B7D66E2-C963-4A97-A402-B45C4C03E430}" dt="2023-04-14T03:48:07.467" v="371" actId="21"/>
          <ac:spMkLst>
            <pc:docMk/>
            <pc:sldMk cId="3942314590" sldId="263"/>
            <ac:spMk id="2" creationId="{8A83F59D-AC6F-7FFE-DF3D-34609C1AEA10}"/>
          </ac:spMkLst>
        </pc:spChg>
        <pc:spChg chg="mod">
          <ac:chgData name="이 동석" userId="a484158e-f78b-4e4d-aa5c-b1d0d46318d2" providerId="ADAL" clId="{6B7D66E2-C963-4A97-A402-B45C4C03E430}" dt="2023-04-14T03:01:26.936" v="89" actId="14100"/>
          <ac:spMkLst>
            <pc:docMk/>
            <pc:sldMk cId="3942314590" sldId="263"/>
            <ac:spMk id="43" creationId="{30730CD6-1AC6-FE22-1A16-402E877FBD8A}"/>
          </ac:spMkLst>
        </pc:spChg>
      </pc:sldChg>
      <pc:sldChg chg="addSp delSp modSp mod">
        <pc:chgData name="이 동석" userId="a484158e-f78b-4e4d-aa5c-b1d0d46318d2" providerId="ADAL" clId="{6B7D66E2-C963-4A97-A402-B45C4C03E430}" dt="2023-04-14T03:02:49.348" v="123" actId="171"/>
        <pc:sldMkLst>
          <pc:docMk/>
          <pc:sldMk cId="515965737" sldId="281"/>
        </pc:sldMkLst>
        <pc:spChg chg="add del mod ord">
          <ac:chgData name="이 동석" userId="a484158e-f78b-4e4d-aa5c-b1d0d46318d2" providerId="ADAL" clId="{6B7D66E2-C963-4A97-A402-B45C4C03E430}" dt="2023-04-14T03:01:41.544" v="90" actId="478"/>
          <ac:spMkLst>
            <pc:docMk/>
            <pc:sldMk cId="515965737" sldId="281"/>
            <ac:spMk id="2" creationId="{D36735D3-18B4-DDA9-693F-94A6C3CB522B}"/>
          </ac:spMkLst>
        </pc:spChg>
        <pc:spChg chg="mod">
          <ac:chgData name="이 동석" userId="a484158e-f78b-4e4d-aa5c-b1d0d46318d2" providerId="ADAL" clId="{6B7D66E2-C963-4A97-A402-B45C4C03E430}" dt="2023-04-14T02:58:17.472" v="44" actId="1035"/>
          <ac:spMkLst>
            <pc:docMk/>
            <pc:sldMk cId="515965737" sldId="281"/>
            <ac:spMk id="11" creationId="{9F78394D-6435-A155-E4F6-37E8483976CE}"/>
          </ac:spMkLst>
        </pc:spChg>
        <pc:spChg chg="mod">
          <ac:chgData name="이 동석" userId="a484158e-f78b-4e4d-aa5c-b1d0d46318d2" providerId="ADAL" clId="{6B7D66E2-C963-4A97-A402-B45C4C03E430}" dt="2023-04-14T02:58:17.472" v="44" actId="1035"/>
          <ac:spMkLst>
            <pc:docMk/>
            <pc:sldMk cId="515965737" sldId="281"/>
            <ac:spMk id="22" creationId="{3762EC8A-033B-65D6-5D51-DB5F893C0416}"/>
          </ac:spMkLst>
        </pc:spChg>
        <pc:spChg chg="mod">
          <ac:chgData name="이 동석" userId="a484158e-f78b-4e4d-aa5c-b1d0d46318d2" providerId="ADAL" clId="{6B7D66E2-C963-4A97-A402-B45C4C03E430}" dt="2023-04-14T02:58:17.472" v="44" actId="1035"/>
          <ac:spMkLst>
            <pc:docMk/>
            <pc:sldMk cId="515965737" sldId="281"/>
            <ac:spMk id="23" creationId="{65237C38-DDFB-FBE3-B935-476F81929080}"/>
          </ac:spMkLst>
        </pc:spChg>
        <pc:spChg chg="mod">
          <ac:chgData name="이 동석" userId="a484158e-f78b-4e4d-aa5c-b1d0d46318d2" providerId="ADAL" clId="{6B7D66E2-C963-4A97-A402-B45C4C03E430}" dt="2023-04-14T02:58:17.472" v="44" actId="1035"/>
          <ac:spMkLst>
            <pc:docMk/>
            <pc:sldMk cId="515965737" sldId="281"/>
            <ac:spMk id="24" creationId="{351990ED-5CDD-009F-F2F9-EED827B15B2C}"/>
          </ac:spMkLst>
        </pc:spChg>
        <pc:spChg chg="mod">
          <ac:chgData name="이 동석" userId="a484158e-f78b-4e4d-aa5c-b1d0d46318d2" providerId="ADAL" clId="{6B7D66E2-C963-4A97-A402-B45C4C03E430}" dt="2023-04-14T02:58:17.472" v="44" actId="1035"/>
          <ac:spMkLst>
            <pc:docMk/>
            <pc:sldMk cId="515965737" sldId="281"/>
            <ac:spMk id="26" creationId="{18BB78FE-499D-E272-9ADF-F568F6427364}"/>
          </ac:spMkLst>
        </pc:spChg>
        <pc:spChg chg="mod">
          <ac:chgData name="이 동석" userId="a484158e-f78b-4e4d-aa5c-b1d0d46318d2" providerId="ADAL" clId="{6B7D66E2-C963-4A97-A402-B45C4C03E430}" dt="2023-04-14T02:58:17.472" v="44" actId="1035"/>
          <ac:spMkLst>
            <pc:docMk/>
            <pc:sldMk cId="515965737" sldId="281"/>
            <ac:spMk id="37" creationId="{9BE97101-F42B-3515-5449-4DFF9EF89D90}"/>
          </ac:spMkLst>
        </pc:spChg>
        <pc:spChg chg="mod">
          <ac:chgData name="이 동석" userId="a484158e-f78b-4e4d-aa5c-b1d0d46318d2" providerId="ADAL" clId="{6B7D66E2-C963-4A97-A402-B45C4C03E430}" dt="2023-04-14T02:58:17.472" v="44" actId="1035"/>
          <ac:spMkLst>
            <pc:docMk/>
            <pc:sldMk cId="515965737" sldId="281"/>
            <ac:spMk id="38" creationId="{FAE45DB2-50AD-094F-4324-1F1FE3E588A4}"/>
          </ac:spMkLst>
        </pc:spChg>
        <pc:spChg chg="mod">
          <ac:chgData name="이 동석" userId="a484158e-f78b-4e4d-aa5c-b1d0d46318d2" providerId="ADAL" clId="{6B7D66E2-C963-4A97-A402-B45C4C03E430}" dt="2023-04-14T02:58:17.472" v="44" actId="1035"/>
          <ac:spMkLst>
            <pc:docMk/>
            <pc:sldMk cId="515965737" sldId="281"/>
            <ac:spMk id="39" creationId="{F4914969-F9DE-E025-63A3-CA65079A17D9}"/>
          </ac:spMkLst>
        </pc:spChg>
        <pc:spChg chg="mod">
          <ac:chgData name="이 동석" userId="a484158e-f78b-4e4d-aa5c-b1d0d46318d2" providerId="ADAL" clId="{6B7D66E2-C963-4A97-A402-B45C4C03E430}" dt="2023-04-14T02:58:17.472" v="44" actId="1035"/>
          <ac:spMkLst>
            <pc:docMk/>
            <pc:sldMk cId="515965737" sldId="281"/>
            <ac:spMk id="40" creationId="{92D5A189-DC5A-CABF-C26E-840676FDB842}"/>
          </ac:spMkLst>
        </pc:spChg>
        <pc:spChg chg="mod">
          <ac:chgData name="이 동석" userId="a484158e-f78b-4e4d-aa5c-b1d0d46318d2" providerId="ADAL" clId="{6B7D66E2-C963-4A97-A402-B45C4C03E430}" dt="2023-04-14T02:58:17.472" v="44" actId="1035"/>
          <ac:spMkLst>
            <pc:docMk/>
            <pc:sldMk cId="515965737" sldId="281"/>
            <ac:spMk id="41" creationId="{2B630424-3239-7BAF-0BB0-3E4AE5B5AF9A}"/>
          </ac:spMkLst>
        </pc:spChg>
        <pc:spChg chg="mod">
          <ac:chgData name="이 동석" userId="a484158e-f78b-4e4d-aa5c-b1d0d46318d2" providerId="ADAL" clId="{6B7D66E2-C963-4A97-A402-B45C4C03E430}" dt="2023-04-14T03:00:01.506" v="74"/>
          <ac:spMkLst>
            <pc:docMk/>
            <pc:sldMk cId="515965737" sldId="281"/>
            <ac:spMk id="50" creationId="{A04C0F7A-6462-B2D3-F536-B1CE232C8E01}"/>
          </ac:spMkLst>
        </pc:spChg>
        <pc:spChg chg="mod">
          <ac:chgData name="이 동석" userId="a484158e-f78b-4e4d-aa5c-b1d0d46318d2" providerId="ADAL" clId="{6B7D66E2-C963-4A97-A402-B45C4C03E430}" dt="2023-04-14T03:00:01.506" v="74"/>
          <ac:spMkLst>
            <pc:docMk/>
            <pc:sldMk cId="515965737" sldId="281"/>
            <ac:spMk id="51" creationId="{366F1702-A0E4-536E-6040-076E004CD982}"/>
          </ac:spMkLst>
        </pc:spChg>
        <pc:spChg chg="mod">
          <ac:chgData name="이 동석" userId="a484158e-f78b-4e4d-aa5c-b1d0d46318d2" providerId="ADAL" clId="{6B7D66E2-C963-4A97-A402-B45C4C03E430}" dt="2023-04-14T03:00:01.506" v="74"/>
          <ac:spMkLst>
            <pc:docMk/>
            <pc:sldMk cId="515965737" sldId="281"/>
            <ac:spMk id="52" creationId="{4520B84C-3241-DC76-E883-A7708016E98D}"/>
          </ac:spMkLst>
        </pc:spChg>
        <pc:spChg chg="mod">
          <ac:chgData name="이 동석" userId="a484158e-f78b-4e4d-aa5c-b1d0d46318d2" providerId="ADAL" clId="{6B7D66E2-C963-4A97-A402-B45C4C03E430}" dt="2023-04-14T03:00:01.506" v="74"/>
          <ac:spMkLst>
            <pc:docMk/>
            <pc:sldMk cId="515965737" sldId="281"/>
            <ac:spMk id="53" creationId="{6C6A932C-2835-4EC0-880F-B6F031552706}"/>
          </ac:spMkLst>
        </pc:spChg>
        <pc:spChg chg="mod">
          <ac:chgData name="이 동석" userId="a484158e-f78b-4e4d-aa5c-b1d0d46318d2" providerId="ADAL" clId="{6B7D66E2-C963-4A97-A402-B45C4C03E430}" dt="2023-04-14T03:00:01.506" v="74"/>
          <ac:spMkLst>
            <pc:docMk/>
            <pc:sldMk cId="515965737" sldId="281"/>
            <ac:spMk id="54" creationId="{4FD8AEFE-E6FA-98F5-E8DE-0DF961C60194}"/>
          </ac:spMkLst>
        </pc:spChg>
        <pc:spChg chg="mod">
          <ac:chgData name="이 동석" userId="a484158e-f78b-4e4d-aa5c-b1d0d46318d2" providerId="ADAL" clId="{6B7D66E2-C963-4A97-A402-B45C4C03E430}" dt="2023-04-14T03:00:01.506" v="74"/>
          <ac:spMkLst>
            <pc:docMk/>
            <pc:sldMk cId="515965737" sldId="281"/>
            <ac:spMk id="55" creationId="{D21B1B69-0C8F-2F44-A228-5EA0957BDCC8}"/>
          </ac:spMkLst>
        </pc:spChg>
        <pc:spChg chg="add del mod ord">
          <ac:chgData name="이 동석" userId="a484158e-f78b-4e4d-aa5c-b1d0d46318d2" providerId="ADAL" clId="{6B7D66E2-C963-4A97-A402-B45C4C03E430}" dt="2023-04-14T03:01:44.313" v="91" actId="478"/>
          <ac:spMkLst>
            <pc:docMk/>
            <pc:sldMk cId="515965737" sldId="281"/>
            <ac:spMk id="56" creationId="{B74ED5F2-B99A-85BD-11BB-6730D2BFF153}"/>
          </ac:spMkLst>
        </pc:spChg>
        <pc:spChg chg="mod">
          <ac:chgData name="이 동석" userId="a484158e-f78b-4e4d-aa5c-b1d0d46318d2" providerId="ADAL" clId="{6B7D66E2-C963-4A97-A402-B45C4C03E430}" dt="2023-04-14T03:01:57.530" v="93"/>
          <ac:spMkLst>
            <pc:docMk/>
            <pc:sldMk cId="515965737" sldId="281"/>
            <ac:spMk id="4099" creationId="{A6ACDBEB-A1B1-5B3B-68AD-3E3DD0DBF2FD}"/>
          </ac:spMkLst>
        </pc:spChg>
        <pc:spChg chg="mod">
          <ac:chgData name="이 동석" userId="a484158e-f78b-4e4d-aa5c-b1d0d46318d2" providerId="ADAL" clId="{6B7D66E2-C963-4A97-A402-B45C4C03E430}" dt="2023-04-14T03:01:57.530" v="93"/>
          <ac:spMkLst>
            <pc:docMk/>
            <pc:sldMk cId="515965737" sldId="281"/>
            <ac:spMk id="4100" creationId="{216AC584-1104-5AB9-2840-A1483C93A0B2}"/>
          </ac:spMkLst>
        </pc:spChg>
        <pc:spChg chg="mod">
          <ac:chgData name="이 동석" userId="a484158e-f78b-4e4d-aa5c-b1d0d46318d2" providerId="ADAL" clId="{6B7D66E2-C963-4A97-A402-B45C4C03E430}" dt="2023-04-14T03:01:57.530" v="93"/>
          <ac:spMkLst>
            <pc:docMk/>
            <pc:sldMk cId="515965737" sldId="281"/>
            <ac:spMk id="4101" creationId="{1498C06C-D558-83C1-DACF-C5E19E066CAF}"/>
          </ac:spMkLst>
        </pc:spChg>
        <pc:spChg chg="mod">
          <ac:chgData name="이 동석" userId="a484158e-f78b-4e4d-aa5c-b1d0d46318d2" providerId="ADAL" clId="{6B7D66E2-C963-4A97-A402-B45C4C03E430}" dt="2023-04-14T03:01:57.530" v="93"/>
          <ac:spMkLst>
            <pc:docMk/>
            <pc:sldMk cId="515965737" sldId="281"/>
            <ac:spMk id="4102" creationId="{5396B951-CAB2-C408-1752-06E40A1F4B22}"/>
          </ac:spMkLst>
        </pc:spChg>
        <pc:spChg chg="mod">
          <ac:chgData name="이 동석" userId="a484158e-f78b-4e4d-aa5c-b1d0d46318d2" providerId="ADAL" clId="{6B7D66E2-C963-4A97-A402-B45C4C03E430}" dt="2023-04-14T03:01:57.530" v="93"/>
          <ac:spMkLst>
            <pc:docMk/>
            <pc:sldMk cId="515965737" sldId="281"/>
            <ac:spMk id="4103" creationId="{DEE84666-2EB2-B3B4-431E-EC6BB1A113F7}"/>
          </ac:spMkLst>
        </pc:spChg>
        <pc:spChg chg="mod">
          <ac:chgData name="이 동석" userId="a484158e-f78b-4e4d-aa5c-b1d0d46318d2" providerId="ADAL" clId="{6B7D66E2-C963-4A97-A402-B45C4C03E430}" dt="2023-04-14T03:01:57.530" v="93"/>
          <ac:spMkLst>
            <pc:docMk/>
            <pc:sldMk cId="515965737" sldId="281"/>
            <ac:spMk id="4104" creationId="{29A53D1A-C6DE-CE86-7A2D-3683488CA7C8}"/>
          </ac:spMkLst>
        </pc:spChg>
        <pc:spChg chg="add mod ord">
          <ac:chgData name="이 동석" userId="a484158e-f78b-4e4d-aa5c-b1d0d46318d2" providerId="ADAL" clId="{6B7D66E2-C963-4A97-A402-B45C4C03E430}" dt="2023-04-14T03:02:49.348" v="123" actId="171"/>
          <ac:spMkLst>
            <pc:docMk/>
            <pc:sldMk cId="515965737" sldId="281"/>
            <ac:spMk id="4105" creationId="{F8D6534B-4961-8C7A-3375-3AFF3D2FFFD0}"/>
          </ac:spMkLst>
        </pc:spChg>
        <pc:grpChg chg="add del mod">
          <ac:chgData name="이 동석" userId="a484158e-f78b-4e4d-aa5c-b1d0d46318d2" providerId="ADAL" clId="{6B7D66E2-C963-4A97-A402-B45C4C03E430}" dt="2023-04-14T03:00:00.765" v="73" actId="478"/>
          <ac:grpSpMkLst>
            <pc:docMk/>
            <pc:sldMk cId="515965737" sldId="281"/>
            <ac:grpSpMk id="3" creationId="{EC41F31E-2D1F-F569-37AB-2D2EACE02BC2}"/>
          </ac:grpSpMkLst>
        </pc:grpChg>
        <pc:grpChg chg="mod">
          <ac:chgData name="이 동석" userId="a484158e-f78b-4e4d-aa5c-b1d0d46318d2" providerId="ADAL" clId="{6B7D66E2-C963-4A97-A402-B45C4C03E430}" dt="2023-04-14T02:58:17.472" v="44" actId="1035"/>
          <ac:grpSpMkLst>
            <pc:docMk/>
            <pc:sldMk cId="515965737" sldId="281"/>
            <ac:grpSpMk id="7" creationId="{E1B40B08-D1EA-9AE0-48A2-3743AAF0BAB8}"/>
          </ac:grpSpMkLst>
        </pc:grpChg>
        <pc:grpChg chg="mod">
          <ac:chgData name="이 동석" userId="a484158e-f78b-4e4d-aa5c-b1d0d46318d2" providerId="ADAL" clId="{6B7D66E2-C963-4A97-A402-B45C4C03E430}" dt="2023-04-14T02:58:17.472" v="44" actId="1035"/>
          <ac:grpSpMkLst>
            <pc:docMk/>
            <pc:sldMk cId="515965737" sldId="281"/>
            <ac:grpSpMk id="8" creationId="{1C6D4AEF-E050-B9E5-C1CE-E1BDAEC10C75}"/>
          </ac:grpSpMkLst>
        </pc:grpChg>
        <pc:grpChg chg="mod">
          <ac:chgData name="이 동석" userId="a484158e-f78b-4e4d-aa5c-b1d0d46318d2" providerId="ADAL" clId="{6B7D66E2-C963-4A97-A402-B45C4C03E430}" dt="2023-04-14T02:58:17.472" v="44" actId="1035"/>
          <ac:grpSpMkLst>
            <pc:docMk/>
            <pc:sldMk cId="515965737" sldId="281"/>
            <ac:grpSpMk id="13" creationId="{C120C0A7-0D70-572F-CB7B-49D8E4461D02}"/>
          </ac:grpSpMkLst>
        </pc:grpChg>
        <pc:grpChg chg="mod">
          <ac:chgData name="이 동석" userId="a484158e-f78b-4e4d-aa5c-b1d0d46318d2" providerId="ADAL" clId="{6B7D66E2-C963-4A97-A402-B45C4C03E430}" dt="2023-04-14T02:58:17.472" v="44" actId="1035"/>
          <ac:grpSpMkLst>
            <pc:docMk/>
            <pc:sldMk cId="515965737" sldId="281"/>
            <ac:grpSpMk id="14" creationId="{6A15F122-DCD3-FD57-BF0F-456922D6FDDA}"/>
          </ac:grpSpMkLst>
        </pc:grpChg>
        <pc:grpChg chg="mod">
          <ac:chgData name="이 동석" userId="a484158e-f78b-4e4d-aa5c-b1d0d46318d2" providerId="ADAL" clId="{6B7D66E2-C963-4A97-A402-B45C4C03E430}" dt="2023-04-14T02:58:17.472" v="44" actId="1035"/>
          <ac:grpSpMkLst>
            <pc:docMk/>
            <pc:sldMk cId="515965737" sldId="281"/>
            <ac:grpSpMk id="21" creationId="{4D48E9E2-B6CD-19E7-0ABA-BDCACFE1B852}"/>
          </ac:grpSpMkLst>
        </pc:grpChg>
        <pc:grpChg chg="mod">
          <ac:chgData name="이 동석" userId="a484158e-f78b-4e4d-aa5c-b1d0d46318d2" providerId="ADAL" clId="{6B7D66E2-C963-4A97-A402-B45C4C03E430}" dt="2023-04-14T03:00:26.195" v="78" actId="166"/>
          <ac:grpSpMkLst>
            <pc:docMk/>
            <pc:sldMk cId="515965737" sldId="281"/>
            <ac:grpSpMk id="30" creationId="{693950C4-0FE3-C8BA-E017-3FF95A5C115B}"/>
          </ac:grpSpMkLst>
        </pc:grpChg>
        <pc:grpChg chg="mod">
          <ac:chgData name="이 동석" userId="a484158e-f78b-4e4d-aa5c-b1d0d46318d2" providerId="ADAL" clId="{6B7D66E2-C963-4A97-A402-B45C4C03E430}" dt="2023-04-14T03:02:29.772" v="102" actId="171"/>
          <ac:grpSpMkLst>
            <pc:docMk/>
            <pc:sldMk cId="515965737" sldId="281"/>
            <ac:grpSpMk id="31" creationId="{A2621EFE-C36D-097A-8572-629BF1DECD83}"/>
          </ac:grpSpMkLst>
        </pc:grpChg>
        <pc:grpChg chg="mod">
          <ac:chgData name="이 동석" userId="a484158e-f78b-4e4d-aa5c-b1d0d46318d2" providerId="ADAL" clId="{6B7D66E2-C963-4A97-A402-B45C4C03E430}" dt="2023-04-14T03:00:26.195" v="78" actId="166"/>
          <ac:grpSpMkLst>
            <pc:docMk/>
            <pc:sldMk cId="515965737" sldId="281"/>
            <ac:grpSpMk id="36" creationId="{61E6894D-D96D-3191-7718-970B724AD450}"/>
          </ac:grpSpMkLst>
        </pc:grpChg>
        <pc:grpChg chg="add del mod">
          <ac:chgData name="이 동석" userId="a484158e-f78b-4e4d-aa5c-b1d0d46318d2" providerId="ADAL" clId="{6B7D66E2-C963-4A97-A402-B45C4C03E430}" dt="2023-04-14T03:01:44.843" v="92" actId="478"/>
          <ac:grpSpMkLst>
            <pc:docMk/>
            <pc:sldMk cId="515965737" sldId="281"/>
            <ac:grpSpMk id="42" creationId="{CDBBB12D-3A3B-88F0-6272-66CD0715CA78}"/>
          </ac:grpSpMkLst>
        </pc:grpChg>
        <pc:grpChg chg="mod">
          <ac:chgData name="이 동석" userId="a484158e-f78b-4e4d-aa5c-b1d0d46318d2" providerId="ADAL" clId="{6B7D66E2-C963-4A97-A402-B45C4C03E430}" dt="2023-04-14T03:00:01.506" v="74"/>
          <ac:grpSpMkLst>
            <pc:docMk/>
            <pc:sldMk cId="515965737" sldId="281"/>
            <ac:grpSpMk id="43" creationId="{19EC4B95-C45D-F749-9A9A-FBD1611C8974}"/>
          </ac:grpSpMkLst>
        </pc:grpChg>
        <pc:grpChg chg="mod">
          <ac:chgData name="이 동석" userId="a484158e-f78b-4e4d-aa5c-b1d0d46318d2" providerId="ADAL" clId="{6B7D66E2-C963-4A97-A402-B45C4C03E430}" dt="2023-04-14T03:00:01.506" v="74"/>
          <ac:grpSpMkLst>
            <pc:docMk/>
            <pc:sldMk cId="515965737" sldId="281"/>
            <ac:grpSpMk id="47" creationId="{1C839CD4-9181-549D-5253-DB5C95D21D1D}"/>
          </ac:grpSpMkLst>
        </pc:grpChg>
        <pc:grpChg chg="mod">
          <ac:chgData name="이 동석" userId="a484158e-f78b-4e4d-aa5c-b1d0d46318d2" providerId="ADAL" clId="{6B7D66E2-C963-4A97-A402-B45C4C03E430}" dt="2023-04-14T03:00:01.506" v="74"/>
          <ac:grpSpMkLst>
            <pc:docMk/>
            <pc:sldMk cId="515965737" sldId="281"/>
            <ac:grpSpMk id="48" creationId="{E35FF26D-068E-5444-1009-B26419E2F66B}"/>
          </ac:grpSpMkLst>
        </pc:grpChg>
        <pc:grpChg chg="mod">
          <ac:chgData name="이 동석" userId="a484158e-f78b-4e4d-aa5c-b1d0d46318d2" providerId="ADAL" clId="{6B7D66E2-C963-4A97-A402-B45C4C03E430}" dt="2023-04-14T03:00:01.506" v="74"/>
          <ac:grpSpMkLst>
            <pc:docMk/>
            <pc:sldMk cId="515965737" sldId="281"/>
            <ac:grpSpMk id="49" creationId="{387CF39D-61D4-E3B8-150B-A9706425D415}"/>
          </ac:grpSpMkLst>
        </pc:grpChg>
        <pc:grpChg chg="add mod">
          <ac:chgData name="이 동석" userId="a484158e-f78b-4e4d-aa5c-b1d0d46318d2" providerId="ADAL" clId="{6B7D66E2-C963-4A97-A402-B45C4C03E430}" dt="2023-04-14T03:02:09.915" v="94" actId="167"/>
          <ac:grpSpMkLst>
            <pc:docMk/>
            <pc:sldMk cId="515965737" sldId="281"/>
            <ac:grpSpMk id="57" creationId="{FB1839C7-8CCA-0CCB-BC78-8A8E6DB33B29}"/>
          </ac:grpSpMkLst>
        </pc:grpChg>
        <pc:grpChg chg="mod">
          <ac:chgData name="이 동석" userId="a484158e-f78b-4e4d-aa5c-b1d0d46318d2" providerId="ADAL" clId="{6B7D66E2-C963-4A97-A402-B45C4C03E430}" dt="2023-04-14T03:01:57.530" v="93"/>
          <ac:grpSpMkLst>
            <pc:docMk/>
            <pc:sldMk cId="515965737" sldId="281"/>
            <ac:grpSpMk id="58" creationId="{F239EB8A-03C2-ADFB-6E67-384D22631C6E}"/>
          </ac:grpSpMkLst>
        </pc:grpChg>
        <pc:grpChg chg="mod">
          <ac:chgData name="이 동석" userId="a484158e-f78b-4e4d-aa5c-b1d0d46318d2" providerId="ADAL" clId="{6B7D66E2-C963-4A97-A402-B45C4C03E430}" dt="2023-04-14T03:01:57.530" v="93"/>
          <ac:grpSpMkLst>
            <pc:docMk/>
            <pc:sldMk cId="515965737" sldId="281"/>
            <ac:grpSpMk id="63" creationId="{BF1AD7AE-B92F-CD09-D449-5FBFFA2DAD42}"/>
          </ac:grpSpMkLst>
        </pc:grpChg>
        <pc:grpChg chg="mod">
          <ac:chgData name="이 동석" userId="a484158e-f78b-4e4d-aa5c-b1d0d46318d2" providerId="ADAL" clId="{6B7D66E2-C963-4A97-A402-B45C4C03E430}" dt="2023-04-14T03:01:57.530" v="93"/>
          <ac:grpSpMkLst>
            <pc:docMk/>
            <pc:sldMk cId="515965737" sldId="281"/>
            <ac:grpSpMk id="4096" creationId="{31FDD1F6-B8C1-E7BE-6205-B5EC846BA091}"/>
          </ac:grpSpMkLst>
        </pc:grpChg>
        <pc:grpChg chg="mod">
          <ac:chgData name="이 동석" userId="a484158e-f78b-4e4d-aa5c-b1d0d46318d2" providerId="ADAL" clId="{6B7D66E2-C963-4A97-A402-B45C4C03E430}" dt="2023-04-14T03:01:57.530" v="93"/>
          <ac:grpSpMkLst>
            <pc:docMk/>
            <pc:sldMk cId="515965737" sldId="281"/>
            <ac:grpSpMk id="4097" creationId="{CDD3F2D1-F82B-723B-5764-E9004C961772}"/>
          </ac:grpSpMkLst>
        </pc:grpChg>
        <pc:graphicFrameChg chg="mod ord modGraphic">
          <ac:chgData name="이 동석" userId="a484158e-f78b-4e4d-aa5c-b1d0d46318d2" providerId="ADAL" clId="{6B7D66E2-C963-4A97-A402-B45C4C03E430}" dt="2023-04-14T03:02:36.141" v="109" actId="20577"/>
          <ac:graphicFrameMkLst>
            <pc:docMk/>
            <pc:sldMk cId="515965737" sldId="281"/>
            <ac:graphicFrameMk id="32" creationId="{03E9F0C2-45ED-188E-E6EE-A67814565BC6}"/>
          </ac:graphicFrameMkLst>
        </pc:graphicFrameChg>
        <pc:graphicFrameChg chg="mod">
          <ac:chgData name="이 동석" userId="a484158e-f78b-4e4d-aa5c-b1d0d46318d2" providerId="ADAL" clId="{6B7D66E2-C963-4A97-A402-B45C4C03E430}" dt="2023-04-14T02:58:17.472" v="44" actId="1035"/>
          <ac:graphicFrameMkLst>
            <pc:docMk/>
            <pc:sldMk cId="515965737" sldId="281"/>
            <ac:graphicFrameMk id="33" creationId="{65863CF8-DB5C-D0B0-DC9C-16911BF29A9B}"/>
          </ac:graphicFrameMkLst>
        </pc:graphicFrameChg>
        <pc:graphicFrameChg chg="add del mod modGraphic">
          <ac:chgData name="이 동석" userId="a484158e-f78b-4e4d-aa5c-b1d0d46318d2" providerId="ADAL" clId="{6B7D66E2-C963-4A97-A402-B45C4C03E430}" dt="2023-04-14T03:00:26.195" v="78" actId="166"/>
          <ac:graphicFrameMkLst>
            <pc:docMk/>
            <pc:sldMk cId="515965737" sldId="281"/>
            <ac:graphicFrameMk id="34" creationId="{073E1245-3D00-9869-81C6-FA1A3AF09F42}"/>
          </ac:graphicFrameMkLst>
        </pc:graphicFrameChg>
        <pc:graphicFrameChg chg="mod modGraphic">
          <ac:chgData name="이 동석" userId="a484158e-f78b-4e4d-aa5c-b1d0d46318d2" providerId="ADAL" clId="{6B7D66E2-C963-4A97-A402-B45C4C03E430}" dt="2023-04-14T03:00:26.195" v="78" actId="166"/>
          <ac:graphicFrameMkLst>
            <pc:docMk/>
            <pc:sldMk cId="515965737" sldId="281"/>
            <ac:graphicFrameMk id="35" creationId="{552E87BE-5BBE-F334-51C7-3604C12FAFF1}"/>
          </ac:graphicFrameMkLst>
        </pc:graphicFrameChg>
        <pc:picChg chg="mod">
          <ac:chgData name="이 동석" userId="a484158e-f78b-4e4d-aa5c-b1d0d46318d2" providerId="ADAL" clId="{6B7D66E2-C963-4A97-A402-B45C4C03E430}" dt="2023-04-14T02:58:17.472" v="44" actId="1035"/>
          <ac:picMkLst>
            <pc:docMk/>
            <pc:sldMk cId="515965737" sldId="281"/>
            <ac:picMk id="9" creationId="{C50AD897-5A75-728F-7AFA-6DBD3B535983}"/>
          </ac:picMkLst>
        </pc:picChg>
        <pc:picChg chg="mod">
          <ac:chgData name="이 동석" userId="a484158e-f78b-4e4d-aa5c-b1d0d46318d2" providerId="ADAL" clId="{6B7D66E2-C963-4A97-A402-B45C4C03E430}" dt="2023-04-14T02:58:17.472" v="44" actId="1035"/>
          <ac:picMkLst>
            <pc:docMk/>
            <pc:sldMk cId="515965737" sldId="281"/>
            <ac:picMk id="10" creationId="{A06595B8-2A09-DA37-A01C-92422E1B7453}"/>
          </ac:picMkLst>
        </pc:picChg>
        <pc:picChg chg="mod">
          <ac:chgData name="이 동석" userId="a484158e-f78b-4e4d-aa5c-b1d0d46318d2" providerId="ADAL" clId="{6B7D66E2-C963-4A97-A402-B45C4C03E430}" dt="2023-04-14T02:58:17.472" v="44" actId="1035"/>
          <ac:picMkLst>
            <pc:docMk/>
            <pc:sldMk cId="515965737" sldId="281"/>
            <ac:picMk id="12" creationId="{162C692D-CD9A-85C1-CBFC-EE8876418994}"/>
          </ac:picMkLst>
        </pc:picChg>
        <pc:picChg chg="mod">
          <ac:chgData name="이 동석" userId="a484158e-f78b-4e4d-aa5c-b1d0d46318d2" providerId="ADAL" clId="{6B7D66E2-C963-4A97-A402-B45C4C03E430}" dt="2023-04-14T02:58:17.472" v="44" actId="1035"/>
          <ac:picMkLst>
            <pc:docMk/>
            <pc:sldMk cId="515965737" sldId="281"/>
            <ac:picMk id="20" creationId="{CE11F5C1-2FAE-1AD3-C97D-F8430186B1F6}"/>
          </ac:picMkLst>
        </pc:picChg>
        <pc:picChg chg="mod">
          <ac:chgData name="이 동석" userId="a484158e-f78b-4e4d-aa5c-b1d0d46318d2" providerId="ADAL" clId="{6B7D66E2-C963-4A97-A402-B45C4C03E430}" dt="2023-04-14T03:00:01.506" v="74"/>
          <ac:picMkLst>
            <pc:docMk/>
            <pc:sldMk cId="515965737" sldId="281"/>
            <ac:picMk id="44" creationId="{7409F8D0-500C-F4E3-C4CB-D70C23DD4A55}"/>
          </ac:picMkLst>
        </pc:picChg>
        <pc:picChg chg="mod">
          <ac:chgData name="이 동석" userId="a484158e-f78b-4e4d-aa5c-b1d0d46318d2" providerId="ADAL" clId="{6B7D66E2-C963-4A97-A402-B45C4C03E430}" dt="2023-04-14T03:00:01.506" v="74"/>
          <ac:picMkLst>
            <pc:docMk/>
            <pc:sldMk cId="515965737" sldId="281"/>
            <ac:picMk id="45" creationId="{0FD9325F-4A35-9039-C526-FEE3F053359B}"/>
          </ac:picMkLst>
        </pc:picChg>
        <pc:picChg chg="mod">
          <ac:chgData name="이 동석" userId="a484158e-f78b-4e4d-aa5c-b1d0d46318d2" providerId="ADAL" clId="{6B7D66E2-C963-4A97-A402-B45C4C03E430}" dt="2023-04-14T03:00:01.506" v="74"/>
          <ac:picMkLst>
            <pc:docMk/>
            <pc:sldMk cId="515965737" sldId="281"/>
            <ac:picMk id="46" creationId="{67D6CF03-F8B8-3B9D-0188-7CCB3BEE9691}"/>
          </ac:picMkLst>
        </pc:picChg>
        <pc:picChg chg="mod">
          <ac:chgData name="이 동석" userId="a484158e-f78b-4e4d-aa5c-b1d0d46318d2" providerId="ADAL" clId="{6B7D66E2-C963-4A97-A402-B45C4C03E430}" dt="2023-04-14T03:01:57.530" v="93"/>
          <ac:picMkLst>
            <pc:docMk/>
            <pc:sldMk cId="515965737" sldId="281"/>
            <ac:picMk id="59" creationId="{47778072-DA24-429D-288E-309CA78D477A}"/>
          </ac:picMkLst>
        </pc:picChg>
        <pc:picChg chg="mod">
          <ac:chgData name="이 동석" userId="a484158e-f78b-4e4d-aa5c-b1d0d46318d2" providerId="ADAL" clId="{6B7D66E2-C963-4A97-A402-B45C4C03E430}" dt="2023-04-14T03:01:57.530" v="93"/>
          <ac:picMkLst>
            <pc:docMk/>
            <pc:sldMk cId="515965737" sldId="281"/>
            <ac:picMk id="61" creationId="{981419A0-6F4E-C653-2327-D441B58981A4}"/>
          </ac:picMkLst>
        </pc:picChg>
        <pc:picChg chg="mod">
          <ac:chgData name="이 동석" userId="a484158e-f78b-4e4d-aa5c-b1d0d46318d2" providerId="ADAL" clId="{6B7D66E2-C963-4A97-A402-B45C4C03E430}" dt="2023-04-14T03:01:57.530" v="93"/>
          <ac:picMkLst>
            <pc:docMk/>
            <pc:sldMk cId="515965737" sldId="281"/>
            <ac:picMk id="62" creationId="{B692DE8B-443F-A2D3-391B-B0BF468D4C41}"/>
          </ac:picMkLst>
        </pc:picChg>
        <pc:picChg chg="mod">
          <ac:chgData name="이 동석" userId="a484158e-f78b-4e4d-aa5c-b1d0d46318d2" providerId="ADAL" clId="{6B7D66E2-C963-4A97-A402-B45C4C03E430}" dt="2023-04-14T02:58:17.472" v="44" actId="1035"/>
          <ac:picMkLst>
            <pc:docMk/>
            <pc:sldMk cId="515965737" sldId="281"/>
            <ac:picMk id="1026" creationId="{CC8A9D9D-E81F-B2C2-7AF1-BBA12697B855}"/>
          </ac:picMkLst>
        </pc:picChg>
        <pc:picChg chg="mod">
          <ac:chgData name="이 동석" userId="a484158e-f78b-4e4d-aa5c-b1d0d46318d2" providerId="ADAL" clId="{6B7D66E2-C963-4A97-A402-B45C4C03E430}" dt="2023-04-14T02:58:17.472" v="44" actId="1035"/>
          <ac:picMkLst>
            <pc:docMk/>
            <pc:sldMk cId="515965737" sldId="281"/>
            <ac:picMk id="3076" creationId="{A5210DAB-2351-DC9D-667E-398087C830D6}"/>
          </ac:picMkLst>
        </pc:picChg>
        <pc:picChg chg="mod">
          <ac:chgData name="이 동석" userId="a484158e-f78b-4e4d-aa5c-b1d0d46318d2" providerId="ADAL" clId="{6B7D66E2-C963-4A97-A402-B45C4C03E430}" dt="2023-04-14T02:58:17.472" v="44" actId="1035"/>
          <ac:picMkLst>
            <pc:docMk/>
            <pc:sldMk cId="515965737" sldId="281"/>
            <ac:picMk id="4098" creationId="{F06C943A-FF69-ED91-1B46-76707CD5FD1B}"/>
          </ac:picMkLst>
        </pc:picChg>
      </pc:sldChg>
      <pc:sldChg chg="addSp delSp modSp add mod">
        <pc:chgData name="이 동석" userId="a484158e-f78b-4e4d-aa5c-b1d0d46318d2" providerId="ADAL" clId="{6B7D66E2-C963-4A97-A402-B45C4C03E430}" dt="2023-04-14T05:47:04.062" v="416"/>
        <pc:sldMkLst>
          <pc:docMk/>
          <pc:sldMk cId="2864435269" sldId="283"/>
        </pc:sldMkLst>
        <pc:spChg chg="add mod topLvl">
          <ac:chgData name="이 동석" userId="a484158e-f78b-4e4d-aa5c-b1d0d46318d2" providerId="ADAL" clId="{6B7D66E2-C963-4A97-A402-B45C4C03E430}" dt="2023-04-14T03:46:13.189" v="354" actId="122"/>
          <ac:spMkLst>
            <pc:docMk/>
            <pc:sldMk cId="2864435269" sldId="283"/>
            <ac:spMk id="5" creationId="{1AEA9206-8662-C1C3-3559-139177ABB6BD}"/>
          </ac:spMkLst>
        </pc:spChg>
        <pc:spChg chg="add mod topLvl">
          <ac:chgData name="이 동석" userId="a484158e-f78b-4e4d-aa5c-b1d0d46318d2" providerId="ADAL" clId="{6B7D66E2-C963-4A97-A402-B45C4C03E430}" dt="2023-04-14T03:46:13.189" v="354" actId="122"/>
          <ac:spMkLst>
            <pc:docMk/>
            <pc:sldMk cId="2864435269" sldId="283"/>
            <ac:spMk id="6" creationId="{F0879DEE-7F6D-6CD8-2EA0-DEA97CE842C8}"/>
          </ac:spMkLst>
        </pc:spChg>
        <pc:spChg chg="add mod topLvl">
          <ac:chgData name="이 동석" userId="a484158e-f78b-4e4d-aa5c-b1d0d46318d2" providerId="ADAL" clId="{6B7D66E2-C963-4A97-A402-B45C4C03E430}" dt="2023-04-14T03:46:13.189" v="354" actId="122"/>
          <ac:spMkLst>
            <pc:docMk/>
            <pc:sldMk cId="2864435269" sldId="283"/>
            <ac:spMk id="7" creationId="{BD955DEB-E6C6-8340-CA8A-38AFCEEE29D8}"/>
          </ac:spMkLst>
        </pc:spChg>
        <pc:spChg chg="add mod topLvl">
          <ac:chgData name="이 동석" userId="a484158e-f78b-4e4d-aa5c-b1d0d46318d2" providerId="ADAL" clId="{6B7D66E2-C963-4A97-A402-B45C4C03E430}" dt="2023-04-14T03:46:13.189" v="354" actId="122"/>
          <ac:spMkLst>
            <pc:docMk/>
            <pc:sldMk cId="2864435269" sldId="283"/>
            <ac:spMk id="8" creationId="{6A76773E-821F-1B8A-66BA-EA165E37B067}"/>
          </ac:spMkLst>
        </pc:spChg>
        <pc:spChg chg="add mod topLvl">
          <ac:chgData name="이 동석" userId="a484158e-f78b-4e4d-aa5c-b1d0d46318d2" providerId="ADAL" clId="{6B7D66E2-C963-4A97-A402-B45C4C03E430}" dt="2023-04-14T03:46:13.189" v="354" actId="122"/>
          <ac:spMkLst>
            <pc:docMk/>
            <pc:sldMk cId="2864435269" sldId="283"/>
            <ac:spMk id="9" creationId="{1A5EECF8-FD87-E40C-C20F-547F33196C1A}"/>
          </ac:spMkLst>
        </pc:spChg>
        <pc:spChg chg="add mod topLvl">
          <ac:chgData name="이 동석" userId="a484158e-f78b-4e4d-aa5c-b1d0d46318d2" providerId="ADAL" clId="{6B7D66E2-C963-4A97-A402-B45C4C03E430}" dt="2023-04-14T03:46:13.189" v="354" actId="122"/>
          <ac:spMkLst>
            <pc:docMk/>
            <pc:sldMk cId="2864435269" sldId="283"/>
            <ac:spMk id="10" creationId="{20483032-6A61-69D8-6902-AFE737C5B9D2}"/>
          </ac:spMkLst>
        </pc:spChg>
        <pc:spChg chg="add mod topLvl">
          <ac:chgData name="이 동석" userId="a484158e-f78b-4e4d-aa5c-b1d0d46318d2" providerId="ADAL" clId="{6B7D66E2-C963-4A97-A402-B45C4C03E430}" dt="2023-04-14T03:46:13.189" v="354" actId="122"/>
          <ac:spMkLst>
            <pc:docMk/>
            <pc:sldMk cId="2864435269" sldId="283"/>
            <ac:spMk id="11" creationId="{A7C50C9B-6B09-401C-C50A-A13FBBB6DD67}"/>
          </ac:spMkLst>
        </pc:spChg>
        <pc:spChg chg="add mod topLvl">
          <ac:chgData name="이 동석" userId="a484158e-f78b-4e4d-aa5c-b1d0d46318d2" providerId="ADAL" clId="{6B7D66E2-C963-4A97-A402-B45C4C03E430}" dt="2023-04-14T03:46:13.189" v="354" actId="122"/>
          <ac:spMkLst>
            <pc:docMk/>
            <pc:sldMk cId="2864435269" sldId="283"/>
            <ac:spMk id="12" creationId="{5F2845BC-D3B4-70AE-97B9-96491A096271}"/>
          </ac:spMkLst>
        </pc:spChg>
        <pc:spChg chg="add mod topLvl">
          <ac:chgData name="이 동석" userId="a484158e-f78b-4e4d-aa5c-b1d0d46318d2" providerId="ADAL" clId="{6B7D66E2-C963-4A97-A402-B45C4C03E430}" dt="2023-04-14T03:46:13.189" v="354" actId="122"/>
          <ac:spMkLst>
            <pc:docMk/>
            <pc:sldMk cId="2864435269" sldId="283"/>
            <ac:spMk id="13" creationId="{E8CACF93-04EF-6FCA-FF31-A6648AAD000E}"/>
          </ac:spMkLst>
        </pc:spChg>
        <pc:spChg chg="add mod topLvl">
          <ac:chgData name="이 동석" userId="a484158e-f78b-4e4d-aa5c-b1d0d46318d2" providerId="ADAL" clId="{6B7D66E2-C963-4A97-A402-B45C4C03E430}" dt="2023-04-14T03:46:13.189" v="354" actId="122"/>
          <ac:spMkLst>
            <pc:docMk/>
            <pc:sldMk cId="2864435269" sldId="283"/>
            <ac:spMk id="14" creationId="{99565FEC-C3B4-6630-67CF-050F92F8F355}"/>
          </ac:spMkLst>
        </pc:spChg>
        <pc:spChg chg="mod">
          <ac:chgData name="이 동석" userId="a484158e-f78b-4e4d-aa5c-b1d0d46318d2" providerId="ADAL" clId="{6B7D66E2-C963-4A97-A402-B45C4C03E430}" dt="2023-04-14T03:27:13.993" v="147" actId="20577"/>
          <ac:spMkLst>
            <pc:docMk/>
            <pc:sldMk cId="2864435269" sldId="283"/>
            <ac:spMk id="16" creationId="{01C7EA57-23DA-BC78-9724-32B74493A2E6}"/>
          </ac:spMkLst>
        </pc:spChg>
        <pc:spChg chg="mod">
          <ac:chgData name="이 동석" userId="a484158e-f78b-4e4d-aa5c-b1d0d46318d2" providerId="ADAL" clId="{6B7D66E2-C963-4A97-A402-B45C4C03E430}" dt="2023-04-14T05:46:17.126" v="411" actId="1076"/>
          <ac:spMkLst>
            <pc:docMk/>
            <pc:sldMk cId="2864435269" sldId="283"/>
            <ac:spMk id="17" creationId="{D571C56B-54F6-C676-9EBF-38F151267CFE}"/>
          </ac:spMkLst>
        </pc:spChg>
        <pc:spChg chg="add mod">
          <ac:chgData name="이 동석" userId="a484158e-f78b-4e4d-aa5c-b1d0d46318d2" providerId="ADAL" clId="{6B7D66E2-C963-4A97-A402-B45C4C03E430}" dt="2023-04-14T03:47:02.020" v="361" actId="1036"/>
          <ac:spMkLst>
            <pc:docMk/>
            <pc:sldMk cId="2864435269" sldId="283"/>
            <ac:spMk id="45" creationId="{880611DA-B630-2CD7-4927-517E6374E221}"/>
          </ac:spMkLst>
        </pc:spChg>
        <pc:spChg chg="add mod">
          <ac:chgData name="이 동석" userId="a484158e-f78b-4e4d-aa5c-b1d0d46318d2" providerId="ADAL" clId="{6B7D66E2-C963-4A97-A402-B45C4C03E430}" dt="2023-04-14T03:44:25.579" v="308" actId="571"/>
          <ac:spMkLst>
            <pc:docMk/>
            <pc:sldMk cId="2864435269" sldId="283"/>
            <ac:spMk id="46" creationId="{17B21C85-93FB-BD16-31EC-53A39AD096AC}"/>
          </ac:spMkLst>
        </pc:spChg>
        <pc:spChg chg="add mod">
          <ac:chgData name="이 동석" userId="a484158e-f78b-4e4d-aa5c-b1d0d46318d2" providerId="ADAL" clId="{6B7D66E2-C963-4A97-A402-B45C4C03E430}" dt="2023-04-14T03:47:02.020" v="361" actId="1036"/>
          <ac:spMkLst>
            <pc:docMk/>
            <pc:sldMk cId="2864435269" sldId="283"/>
            <ac:spMk id="47" creationId="{6C1874E9-BBA9-FEA8-6525-E3E0570CD59C}"/>
          </ac:spMkLst>
        </pc:spChg>
        <pc:spChg chg="add mod">
          <ac:chgData name="이 동석" userId="a484158e-f78b-4e4d-aa5c-b1d0d46318d2" providerId="ADAL" clId="{6B7D66E2-C963-4A97-A402-B45C4C03E430}" dt="2023-04-14T03:47:02.020" v="361" actId="1036"/>
          <ac:spMkLst>
            <pc:docMk/>
            <pc:sldMk cId="2864435269" sldId="283"/>
            <ac:spMk id="48" creationId="{8D80F2BC-8DFE-A2B2-C5BD-282500BBEB52}"/>
          </ac:spMkLst>
        </pc:spChg>
        <pc:spChg chg="add mod">
          <ac:chgData name="이 동석" userId="a484158e-f78b-4e4d-aa5c-b1d0d46318d2" providerId="ADAL" clId="{6B7D66E2-C963-4A97-A402-B45C4C03E430}" dt="2023-04-14T03:47:02.020" v="361" actId="1036"/>
          <ac:spMkLst>
            <pc:docMk/>
            <pc:sldMk cId="2864435269" sldId="283"/>
            <ac:spMk id="49" creationId="{ABDA4157-EEE1-BF91-8462-ECAA7B654F17}"/>
          </ac:spMkLst>
        </pc:spChg>
        <pc:spChg chg="add mod">
          <ac:chgData name="이 동석" userId="a484158e-f78b-4e4d-aa5c-b1d0d46318d2" providerId="ADAL" clId="{6B7D66E2-C963-4A97-A402-B45C4C03E430}" dt="2023-04-14T03:47:02.020" v="361" actId="1036"/>
          <ac:spMkLst>
            <pc:docMk/>
            <pc:sldMk cId="2864435269" sldId="283"/>
            <ac:spMk id="50" creationId="{162C8BA7-7B68-B72F-6FBA-B70DBAF36CE5}"/>
          </ac:spMkLst>
        </pc:spChg>
        <pc:spChg chg="add mod">
          <ac:chgData name="이 동석" userId="a484158e-f78b-4e4d-aa5c-b1d0d46318d2" providerId="ADAL" clId="{6B7D66E2-C963-4A97-A402-B45C4C03E430}" dt="2023-04-14T03:47:02.020" v="361" actId="1036"/>
          <ac:spMkLst>
            <pc:docMk/>
            <pc:sldMk cId="2864435269" sldId="283"/>
            <ac:spMk id="51" creationId="{864A6F07-5993-A56C-5CC1-C5F8F7EE69B6}"/>
          </ac:spMkLst>
        </pc:spChg>
        <pc:spChg chg="add mod">
          <ac:chgData name="이 동석" userId="a484158e-f78b-4e4d-aa5c-b1d0d46318d2" providerId="ADAL" clId="{6B7D66E2-C963-4A97-A402-B45C4C03E430}" dt="2023-04-14T03:47:02.020" v="361" actId="1036"/>
          <ac:spMkLst>
            <pc:docMk/>
            <pc:sldMk cId="2864435269" sldId="283"/>
            <ac:spMk id="52" creationId="{79E9DD7B-1973-0361-57AA-1EDC53EFC433}"/>
          </ac:spMkLst>
        </pc:spChg>
        <pc:spChg chg="add mod">
          <ac:chgData name="이 동석" userId="a484158e-f78b-4e4d-aa5c-b1d0d46318d2" providerId="ADAL" clId="{6B7D66E2-C963-4A97-A402-B45C4C03E430}" dt="2023-04-14T03:47:02.020" v="361" actId="1036"/>
          <ac:spMkLst>
            <pc:docMk/>
            <pc:sldMk cId="2864435269" sldId="283"/>
            <ac:spMk id="53" creationId="{C47B10C0-F930-522B-DE7E-8839F1029FFA}"/>
          </ac:spMkLst>
        </pc:spChg>
        <pc:spChg chg="add mod">
          <ac:chgData name="이 동석" userId="a484158e-f78b-4e4d-aa5c-b1d0d46318d2" providerId="ADAL" clId="{6B7D66E2-C963-4A97-A402-B45C4C03E430}" dt="2023-04-14T03:47:02.020" v="361" actId="1036"/>
          <ac:spMkLst>
            <pc:docMk/>
            <pc:sldMk cId="2864435269" sldId="283"/>
            <ac:spMk id="54" creationId="{AEDEB024-7297-AFBF-B8C8-B547A2983923}"/>
          </ac:spMkLst>
        </pc:spChg>
        <pc:spChg chg="add mod">
          <ac:chgData name="이 동석" userId="a484158e-f78b-4e4d-aa5c-b1d0d46318d2" providerId="ADAL" clId="{6B7D66E2-C963-4A97-A402-B45C4C03E430}" dt="2023-04-14T03:47:02.020" v="361" actId="1036"/>
          <ac:spMkLst>
            <pc:docMk/>
            <pc:sldMk cId="2864435269" sldId="283"/>
            <ac:spMk id="55" creationId="{08FF7BBE-244D-E926-16C0-DF75F6A6F31B}"/>
          </ac:spMkLst>
        </pc:spChg>
        <pc:spChg chg="add del">
          <ac:chgData name="이 동석" userId="a484158e-f78b-4e4d-aa5c-b1d0d46318d2" providerId="ADAL" clId="{6B7D66E2-C963-4A97-A402-B45C4C03E430}" dt="2023-04-14T03:48:10.978" v="373" actId="478"/>
          <ac:spMkLst>
            <pc:docMk/>
            <pc:sldMk cId="2864435269" sldId="283"/>
            <ac:spMk id="56" creationId="{EBEEB81B-24E0-49F3-A7E4-36B79E751809}"/>
          </ac:spMkLst>
        </pc:spChg>
        <pc:spChg chg="add mod">
          <ac:chgData name="이 동석" userId="a484158e-f78b-4e4d-aa5c-b1d0d46318d2" providerId="ADAL" clId="{6B7D66E2-C963-4A97-A402-B45C4C03E430}" dt="2023-04-14T03:48:29.186" v="374" actId="1076"/>
          <ac:spMkLst>
            <pc:docMk/>
            <pc:sldMk cId="2864435269" sldId="283"/>
            <ac:spMk id="57" creationId="{A8DB258C-F056-0B7C-53AC-34C56E00C56B}"/>
          </ac:spMkLst>
        </pc:spChg>
        <pc:spChg chg="add del mod">
          <ac:chgData name="이 동석" userId="a484158e-f78b-4e4d-aa5c-b1d0d46318d2" providerId="ADAL" clId="{6B7D66E2-C963-4A97-A402-B45C4C03E430}" dt="2023-04-14T03:51:53.097" v="403" actId="478"/>
          <ac:spMkLst>
            <pc:docMk/>
            <pc:sldMk cId="2864435269" sldId="283"/>
            <ac:spMk id="58" creationId="{7B5F1276-1B1C-3C30-0E9C-60747A29E69D}"/>
          </ac:spMkLst>
        </pc:spChg>
        <pc:spChg chg="add del mod">
          <ac:chgData name="이 동석" userId="a484158e-f78b-4e4d-aa5c-b1d0d46318d2" providerId="ADAL" clId="{6B7D66E2-C963-4A97-A402-B45C4C03E430}" dt="2023-04-14T03:51:53.481" v="404" actId="478"/>
          <ac:spMkLst>
            <pc:docMk/>
            <pc:sldMk cId="2864435269" sldId="283"/>
            <ac:spMk id="59" creationId="{C3C4ECED-E85E-9FA2-C962-7F48FC9144A9}"/>
          </ac:spMkLst>
        </pc:spChg>
        <pc:spChg chg="add mod ord">
          <ac:chgData name="이 동석" userId="a484158e-f78b-4e4d-aa5c-b1d0d46318d2" providerId="ADAL" clId="{6B7D66E2-C963-4A97-A402-B45C4C03E430}" dt="2023-04-14T03:51:41.504" v="402" actId="14100"/>
          <ac:spMkLst>
            <pc:docMk/>
            <pc:sldMk cId="2864435269" sldId="283"/>
            <ac:spMk id="60" creationId="{6E6522D4-9AFE-B6D7-AE12-498BC746EABC}"/>
          </ac:spMkLst>
        </pc:spChg>
        <pc:spChg chg="add mod">
          <ac:chgData name="이 동석" userId="a484158e-f78b-4e4d-aa5c-b1d0d46318d2" providerId="ADAL" clId="{6B7D66E2-C963-4A97-A402-B45C4C03E430}" dt="2023-04-14T03:53:45.630" v="409" actId="1036"/>
          <ac:spMkLst>
            <pc:docMk/>
            <pc:sldMk cId="2864435269" sldId="283"/>
            <ac:spMk id="61" creationId="{0B6ADC6F-8BC3-C186-A4EE-01A965747FAA}"/>
          </ac:spMkLst>
        </pc:spChg>
        <pc:spChg chg="add mod">
          <ac:chgData name="이 동석" userId="a484158e-f78b-4e4d-aa5c-b1d0d46318d2" providerId="ADAL" clId="{6B7D66E2-C963-4A97-A402-B45C4C03E430}" dt="2023-04-14T03:52:47.475" v="405" actId="571"/>
          <ac:spMkLst>
            <pc:docMk/>
            <pc:sldMk cId="2864435269" sldId="283"/>
            <ac:spMk id="62" creationId="{E23FED56-BE19-70D4-8A30-39AF692320E0}"/>
          </ac:spMkLst>
        </pc:spChg>
        <pc:spChg chg="del mod">
          <ac:chgData name="이 동석" userId="a484158e-f78b-4e4d-aa5c-b1d0d46318d2" providerId="ADAL" clId="{6B7D66E2-C963-4A97-A402-B45C4C03E430}" dt="2023-04-14T03:30:53.762" v="165" actId="478"/>
          <ac:spMkLst>
            <pc:docMk/>
            <pc:sldMk cId="2864435269" sldId="283"/>
            <ac:spMk id="1040" creationId="{65991A49-402E-4D56-E423-FCA010C502A3}"/>
          </ac:spMkLst>
        </pc:spChg>
        <pc:spChg chg="mod">
          <ac:chgData name="이 동석" userId="a484158e-f78b-4e4d-aa5c-b1d0d46318d2" providerId="ADAL" clId="{6B7D66E2-C963-4A97-A402-B45C4C03E430}" dt="2023-04-14T03:27:25.122" v="163" actId="20577"/>
          <ac:spMkLst>
            <pc:docMk/>
            <pc:sldMk cId="2864435269" sldId="283"/>
            <ac:spMk id="1044" creationId="{94167A95-4077-82BE-8090-0BA89520C0CF}"/>
          </ac:spMkLst>
        </pc:spChg>
        <pc:grpChg chg="add del mod">
          <ac:chgData name="이 동석" userId="a484158e-f78b-4e4d-aa5c-b1d0d46318d2" providerId="ADAL" clId="{6B7D66E2-C963-4A97-A402-B45C4C03E430}" dt="2023-04-14T03:33:27.787" v="207" actId="165"/>
          <ac:grpSpMkLst>
            <pc:docMk/>
            <pc:sldMk cId="2864435269" sldId="283"/>
            <ac:grpSpMk id="23" creationId="{C5CD1852-5C88-C60D-50D5-512E0B4B790A}"/>
          </ac:grpSpMkLst>
        </pc:grpChg>
        <pc:grpChg chg="add del mod">
          <ac:chgData name="이 동석" userId="a484158e-f78b-4e4d-aa5c-b1d0d46318d2" providerId="ADAL" clId="{6B7D66E2-C963-4A97-A402-B45C4C03E430}" dt="2023-04-14T03:39:34.677" v="216" actId="165"/>
          <ac:grpSpMkLst>
            <pc:docMk/>
            <pc:sldMk cId="2864435269" sldId="283"/>
            <ac:grpSpMk id="26" creationId="{DF10E281-23A9-DBCB-DC54-C663EEC7CE34}"/>
          </ac:grpSpMkLst>
        </pc:grpChg>
        <pc:picChg chg="add mod">
          <ac:chgData name="이 동석" userId="a484158e-f78b-4e4d-aa5c-b1d0d46318d2" providerId="ADAL" clId="{6B7D66E2-C963-4A97-A402-B45C4C03E430}" dt="2023-04-14T05:47:04.062" v="416"/>
          <ac:picMkLst>
            <pc:docMk/>
            <pc:sldMk cId="2864435269" sldId="283"/>
            <ac:picMk id="2" creationId="{9684D162-003A-646F-33A0-662F1C6B1C57}"/>
          </ac:picMkLst>
        </pc:picChg>
        <pc:picChg chg="del mod">
          <ac:chgData name="이 동석" userId="a484158e-f78b-4e4d-aa5c-b1d0d46318d2" providerId="ADAL" clId="{6B7D66E2-C963-4A97-A402-B45C4C03E430}" dt="2023-04-14T05:47:02.457" v="415" actId="478"/>
          <ac:picMkLst>
            <pc:docMk/>
            <pc:sldMk cId="2864435269" sldId="283"/>
            <ac:picMk id="1034" creationId="{F28D6BD2-75A2-268B-7247-A3DBEBA9C4A5}"/>
          </ac:picMkLst>
        </pc:picChg>
        <pc:cxnChg chg="add mod topLvl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3" creationId="{6CB93EE6-86AE-36DD-2895-9E0698193C04}"/>
          </ac:cxnSpMkLst>
        </pc:cxnChg>
        <pc:cxnChg chg="add mod ord">
          <ac:chgData name="이 동석" userId="a484158e-f78b-4e4d-aa5c-b1d0d46318d2" providerId="ADAL" clId="{6B7D66E2-C963-4A97-A402-B45C4C03E430}" dt="2023-04-14T03:50:37.290" v="389" actId="167"/>
          <ac:cxnSpMkLst>
            <pc:docMk/>
            <pc:sldMk cId="2864435269" sldId="283"/>
            <ac:cxnSpMk id="28" creationId="{6386384C-C386-033C-C1FF-B60374F352EB}"/>
          </ac:cxnSpMkLst>
        </pc:cxnChg>
        <pc:cxnChg chg="add del mod">
          <ac:chgData name="이 동석" userId="a484158e-f78b-4e4d-aa5c-b1d0d46318d2" providerId="ADAL" clId="{6B7D66E2-C963-4A97-A402-B45C4C03E430}" dt="2023-04-14T05:46:13.777" v="410" actId="478"/>
          <ac:cxnSpMkLst>
            <pc:docMk/>
            <pc:sldMk cId="2864435269" sldId="283"/>
            <ac:cxnSpMk id="32" creationId="{1C61BC2A-E0BB-DEC8-6786-97C744F9C469}"/>
          </ac:cxnSpMkLst>
        </pc:cxnChg>
        <pc:cxnChg chg="add mod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33" creationId="{DEF9B434-38B7-B635-C445-85960BC4AD7C}"/>
          </ac:cxnSpMkLst>
        </pc:cxnChg>
        <pc:cxnChg chg="add mod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34" creationId="{F28DCF51-BBB6-8355-0528-B0B225A4C498}"/>
          </ac:cxnSpMkLst>
        </pc:cxnChg>
        <pc:cxnChg chg="add mod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35" creationId="{11F5C6F1-01B9-1CEF-C4E6-5B5251E94494}"/>
          </ac:cxnSpMkLst>
        </pc:cxnChg>
        <pc:cxnChg chg="add mod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36" creationId="{5B88A35C-2203-7584-63A5-EE5436F0AA71}"/>
          </ac:cxnSpMkLst>
        </pc:cxnChg>
        <pc:cxnChg chg="add mod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37" creationId="{FA1F7CCE-B328-8DEB-A4A7-C2A327E97638}"/>
          </ac:cxnSpMkLst>
        </pc:cxnChg>
        <pc:cxnChg chg="add mod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38" creationId="{1BFF5DF9-418F-59C4-9AB6-786322E9B03D}"/>
          </ac:cxnSpMkLst>
        </pc:cxnChg>
        <pc:cxnChg chg="add mod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39" creationId="{DB906DD9-8946-5E04-713C-A087E61AA454}"/>
          </ac:cxnSpMkLst>
        </pc:cxnChg>
        <pc:cxnChg chg="add mod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40" creationId="{99BB3F26-3E4B-8330-4AAA-407FCBA4CE89}"/>
          </ac:cxnSpMkLst>
        </pc:cxnChg>
        <pc:cxnChg chg="add mod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41" creationId="{D3B7DD50-6291-2C34-A956-605E8C5733FD}"/>
          </ac:cxnSpMkLst>
        </pc:cxnChg>
        <pc:cxnChg chg="add mod">
          <ac:chgData name="이 동석" userId="a484158e-f78b-4e4d-aa5c-b1d0d46318d2" providerId="ADAL" clId="{6B7D66E2-C963-4A97-A402-B45C4C03E430}" dt="2023-04-14T05:46:21.910" v="412" actId="1076"/>
          <ac:cxnSpMkLst>
            <pc:docMk/>
            <pc:sldMk cId="2864435269" sldId="283"/>
            <ac:cxnSpMk id="42" creationId="{F76C9534-A0C7-CF0A-F34C-7C926C51CACF}"/>
          </ac:cxnSpMkLst>
        </pc:cxnChg>
        <pc:cxnChg chg="add mod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43" creationId="{440C273D-36F3-CAD9-6397-D97FAC38124C}"/>
          </ac:cxnSpMkLst>
        </pc:cxnChg>
        <pc:cxnChg chg="add mod">
          <ac:chgData name="이 동석" userId="a484158e-f78b-4e4d-aa5c-b1d0d46318d2" providerId="ADAL" clId="{6B7D66E2-C963-4A97-A402-B45C4C03E430}" dt="2023-04-14T03:42:26.683" v="263" actId="1036"/>
          <ac:cxnSpMkLst>
            <pc:docMk/>
            <pc:sldMk cId="2864435269" sldId="283"/>
            <ac:cxnSpMk id="44" creationId="{96D642B5-B3B9-7784-C3DD-872B2BF66434}"/>
          </ac:cxnSpMkLst>
        </pc:cxnChg>
      </pc:sldChg>
      <pc:sldChg chg="addSp modSp mod">
        <pc:chgData name="이 동석" userId="a484158e-f78b-4e4d-aa5c-b1d0d46318d2" providerId="ADAL" clId="{6B7D66E2-C963-4A97-A402-B45C4C03E430}" dt="2023-04-21T06:29:58.627" v="612" actId="20577"/>
        <pc:sldMkLst>
          <pc:docMk/>
          <pc:sldMk cId="2189870071" sldId="295"/>
        </pc:sldMkLst>
        <pc:spChg chg="mod">
          <ac:chgData name="이 동석" userId="a484158e-f78b-4e4d-aa5c-b1d0d46318d2" providerId="ADAL" clId="{6B7D66E2-C963-4A97-A402-B45C4C03E430}" dt="2023-04-21T06:29:58.627" v="612" actId="20577"/>
          <ac:spMkLst>
            <pc:docMk/>
            <pc:sldMk cId="2189870071" sldId="295"/>
            <ac:spMk id="1044" creationId="{94167A95-4077-82BE-8090-0BA89520C0CF}"/>
          </ac:spMkLst>
        </pc:spChg>
        <pc:cxnChg chg="add mod">
          <ac:chgData name="이 동석" userId="a484158e-f78b-4e4d-aa5c-b1d0d46318d2" providerId="ADAL" clId="{6B7D66E2-C963-4A97-A402-B45C4C03E430}" dt="2023-04-21T05:56:11.146" v="444" actId="692"/>
          <ac:cxnSpMkLst>
            <pc:docMk/>
            <pc:sldMk cId="2189870071" sldId="295"/>
            <ac:cxnSpMk id="7" creationId="{81100853-2145-63ED-2FC2-BB5599307EE3}"/>
          </ac:cxnSpMkLst>
        </pc:cxnChg>
      </pc:sldChg>
      <pc:sldChg chg="modSp mod">
        <pc:chgData name="이 동석" userId="a484158e-f78b-4e4d-aa5c-b1d0d46318d2" providerId="ADAL" clId="{6B7D66E2-C963-4A97-A402-B45C4C03E430}" dt="2023-04-21T05:58:10.159" v="462" actId="1076"/>
        <pc:sldMkLst>
          <pc:docMk/>
          <pc:sldMk cId="641297542" sldId="297"/>
        </pc:sldMkLst>
        <pc:spChg chg="mod">
          <ac:chgData name="이 동석" userId="a484158e-f78b-4e4d-aa5c-b1d0d46318d2" providerId="ADAL" clId="{6B7D66E2-C963-4A97-A402-B45C4C03E430}" dt="2023-04-21T05:58:10.159" v="462" actId="1076"/>
          <ac:spMkLst>
            <pc:docMk/>
            <pc:sldMk cId="641297542" sldId="297"/>
            <ac:spMk id="13" creationId="{1BBF48CA-220E-3F19-F5D0-E25BB35491ED}"/>
          </ac:spMkLst>
        </pc:spChg>
        <pc:picChg chg="mod modCrop">
          <ac:chgData name="이 동석" userId="a484158e-f78b-4e4d-aa5c-b1d0d46318d2" providerId="ADAL" clId="{6B7D66E2-C963-4A97-A402-B45C4C03E430}" dt="2023-04-21T05:58:05.612" v="461" actId="1037"/>
          <ac:picMkLst>
            <pc:docMk/>
            <pc:sldMk cId="641297542" sldId="297"/>
            <ac:picMk id="5" creationId="{7F18C8DE-11C4-BC00-6FEB-6475696588B8}"/>
          </ac:picMkLst>
        </pc:picChg>
      </pc:sldChg>
      <pc:sldChg chg="modSp mod">
        <pc:chgData name="이 동석" userId="a484158e-f78b-4e4d-aa5c-b1d0d46318d2" providerId="ADAL" clId="{6B7D66E2-C963-4A97-A402-B45C4C03E430}" dt="2023-04-21T06:29:55.859" v="603" actId="20577"/>
        <pc:sldMkLst>
          <pc:docMk/>
          <pc:sldMk cId="1088187582" sldId="311"/>
        </pc:sldMkLst>
        <pc:spChg chg="mod">
          <ac:chgData name="이 동석" userId="a484158e-f78b-4e4d-aa5c-b1d0d46318d2" providerId="ADAL" clId="{6B7D66E2-C963-4A97-A402-B45C4C03E430}" dt="2023-04-21T06:29:55.859" v="603" actId="20577"/>
          <ac:spMkLst>
            <pc:docMk/>
            <pc:sldMk cId="1088187582" sldId="311"/>
            <ac:spMk id="1044" creationId="{94167A95-4077-82BE-8090-0BA89520C0CF}"/>
          </ac:spMkLst>
        </pc:spChg>
      </pc:sldChg>
      <pc:sldChg chg="addSp delSp modSp mod">
        <pc:chgData name="이 동석" userId="a484158e-f78b-4e4d-aa5c-b1d0d46318d2" providerId="ADAL" clId="{6B7D66E2-C963-4A97-A402-B45C4C03E430}" dt="2023-04-21T06:28:27.335" v="570" actId="167"/>
        <pc:sldMkLst>
          <pc:docMk/>
          <pc:sldMk cId="3286622463" sldId="312"/>
        </pc:sldMkLst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7" creationId="{EE365927-4A52-A497-15DA-62BDFCDB4E1F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8" creationId="{7E4CA774-2954-C639-F97D-40C36BDD7511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9" creationId="{A4A902C5-455A-1B57-E7D5-B8D84745450E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10" creationId="{1F586E45-D7E3-5A00-7F43-A637A73EBD3E}"/>
          </ac:spMkLst>
        </pc:spChg>
        <pc:spChg chg="mod">
          <ac:chgData name="이 동석" userId="a484158e-f78b-4e4d-aa5c-b1d0d46318d2" providerId="ADAL" clId="{6B7D66E2-C963-4A97-A402-B45C4C03E430}" dt="2023-04-21T06:26:03.490" v="540" actId="6549"/>
          <ac:spMkLst>
            <pc:docMk/>
            <pc:sldMk cId="3286622463" sldId="312"/>
            <ac:spMk id="23" creationId="{22014522-5EA1-C66A-03AE-6CB54A647574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24" creationId="{66E42474-F8F2-35A8-709A-AD5075DBD089}"/>
          </ac:spMkLst>
        </pc:spChg>
        <pc:spChg chg="add del mod ord">
          <ac:chgData name="이 동석" userId="a484158e-f78b-4e4d-aa5c-b1d0d46318d2" providerId="ADAL" clId="{6B7D66E2-C963-4A97-A402-B45C4C03E430}" dt="2023-04-21T06:27:05.152" v="550" actId="478"/>
          <ac:spMkLst>
            <pc:docMk/>
            <pc:sldMk cId="3286622463" sldId="312"/>
            <ac:spMk id="31" creationId="{3656CE5F-F368-4FBA-9305-E6851CB6D066}"/>
          </ac:spMkLst>
        </pc:spChg>
        <pc:spChg chg="add del mod ord">
          <ac:chgData name="이 동석" userId="a484158e-f78b-4e4d-aa5c-b1d0d46318d2" providerId="ADAL" clId="{6B7D66E2-C963-4A97-A402-B45C4C03E430}" dt="2023-04-21T06:27:05.152" v="550" actId="478"/>
          <ac:spMkLst>
            <pc:docMk/>
            <pc:sldMk cId="3286622463" sldId="312"/>
            <ac:spMk id="33" creationId="{5EC13519-3B2E-8D60-A93D-F9BE3F7C771E}"/>
          </ac:spMkLst>
        </pc:spChg>
        <pc:spChg chg="add del mod ord">
          <ac:chgData name="이 동석" userId="a484158e-f78b-4e4d-aa5c-b1d0d46318d2" providerId="ADAL" clId="{6B7D66E2-C963-4A97-A402-B45C4C03E430}" dt="2023-04-21T06:27:05.152" v="550" actId="478"/>
          <ac:spMkLst>
            <pc:docMk/>
            <pc:sldMk cId="3286622463" sldId="312"/>
            <ac:spMk id="34" creationId="{40F3AC18-CB3E-C7A9-D984-781131F7D4D4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38" creationId="{3BA0FC72-1AEE-2741-BB84-CEABC8F6AED2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39" creationId="{01AF6908-E889-D233-96C9-7EA37674F2E6}"/>
          </ac:spMkLst>
        </pc:spChg>
        <pc:spChg chg="add del mod ord">
          <ac:chgData name="이 동석" userId="a484158e-f78b-4e4d-aa5c-b1d0d46318d2" providerId="ADAL" clId="{6B7D66E2-C963-4A97-A402-B45C4C03E430}" dt="2023-04-21T06:26:32.502" v="546" actId="478"/>
          <ac:spMkLst>
            <pc:docMk/>
            <pc:sldMk cId="3286622463" sldId="312"/>
            <ac:spMk id="46" creationId="{6A731556-3248-3539-0D26-646538FBB29A}"/>
          </ac:spMkLst>
        </pc:spChg>
        <pc:spChg chg="ord">
          <ac:chgData name="이 동석" userId="a484158e-f78b-4e4d-aa5c-b1d0d46318d2" providerId="ADAL" clId="{6B7D66E2-C963-4A97-A402-B45C4C03E430}" dt="2023-04-21T06:24:33.881" v="503" actId="166"/>
          <ac:spMkLst>
            <pc:docMk/>
            <pc:sldMk cId="3286622463" sldId="312"/>
            <ac:spMk id="49" creationId="{AF9E291C-5F2E-6E9F-FB8C-CEFEAD7CD8C8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51" creationId="{380BD603-2D8F-78DA-B8AB-8EA9840E30CA}"/>
          </ac:spMkLst>
        </pc:spChg>
        <pc:spChg chg="add del mod ord">
          <ac:chgData name="이 동석" userId="a484158e-f78b-4e4d-aa5c-b1d0d46318d2" providerId="ADAL" clId="{6B7D66E2-C963-4A97-A402-B45C4C03E430}" dt="2023-04-21T06:27:05.152" v="550" actId="478"/>
          <ac:spMkLst>
            <pc:docMk/>
            <pc:sldMk cId="3286622463" sldId="312"/>
            <ac:spMk id="52" creationId="{DACDA6E0-1580-D3AE-91EC-090762F900BB}"/>
          </ac:spMkLst>
        </pc:spChg>
        <pc:spChg chg="add del mod ord">
          <ac:chgData name="이 동석" userId="a484158e-f78b-4e4d-aa5c-b1d0d46318d2" providerId="ADAL" clId="{6B7D66E2-C963-4A97-A402-B45C4C03E430}" dt="2023-04-21T06:27:05.152" v="550" actId="478"/>
          <ac:spMkLst>
            <pc:docMk/>
            <pc:sldMk cId="3286622463" sldId="312"/>
            <ac:spMk id="53" creationId="{A57988E4-5365-5E78-67EA-F65FE0E018AE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54" creationId="{A8E62DCE-776C-E399-EFB4-29107674FB93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55" creationId="{4B15A237-F8A1-E0CF-FC82-29D594C56725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56" creationId="{70893E7E-2BFF-53A0-A71E-BEFC08721E47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57" creationId="{FC05100B-EE6E-8E9F-A1D1-C689FE319B79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58" creationId="{FB6E870A-8FA6-0248-3FD6-470141499FC5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59" creationId="{6BDA3AD2-11BD-8B6C-8F10-677002B7B927}"/>
          </ac:spMkLst>
        </pc:spChg>
        <pc:spChg chg="add del mod ord">
          <ac:chgData name="이 동석" userId="a484158e-f78b-4e4d-aa5c-b1d0d46318d2" providerId="ADAL" clId="{6B7D66E2-C963-4A97-A402-B45C4C03E430}" dt="2023-04-21T06:26:58.849" v="549" actId="478"/>
          <ac:spMkLst>
            <pc:docMk/>
            <pc:sldMk cId="3286622463" sldId="312"/>
            <ac:spMk id="60" creationId="{0E85ED05-1C9D-AA63-B8FF-3A0EED44EF4E}"/>
          </ac:spMkLst>
        </pc:spChg>
        <pc:spChg chg="add del mod ord">
          <ac:chgData name="이 동석" userId="a484158e-f78b-4e4d-aa5c-b1d0d46318d2" providerId="ADAL" clId="{6B7D66E2-C963-4A97-A402-B45C4C03E430}" dt="2023-04-21T06:27:06.878" v="551" actId="478"/>
          <ac:spMkLst>
            <pc:docMk/>
            <pc:sldMk cId="3286622463" sldId="312"/>
            <ac:spMk id="61" creationId="{55A93CD2-620C-CC65-7019-4CAC81B97E15}"/>
          </ac:spMkLst>
        </pc:spChg>
        <pc:spChg chg="add del mod ord">
          <ac:chgData name="이 동석" userId="a484158e-f78b-4e4d-aa5c-b1d0d46318d2" providerId="ADAL" clId="{6B7D66E2-C963-4A97-A402-B45C4C03E430}" dt="2023-04-21T06:27:05.152" v="550" actId="478"/>
          <ac:spMkLst>
            <pc:docMk/>
            <pc:sldMk cId="3286622463" sldId="312"/>
            <ac:spMk id="62" creationId="{3EE98D0A-1A5E-4381-C0D3-A48DDB2CF1F0}"/>
          </ac:spMkLst>
        </pc:spChg>
        <pc:spChg chg="add del mod ord">
          <ac:chgData name="이 동석" userId="a484158e-f78b-4e4d-aa5c-b1d0d46318d2" providerId="ADAL" clId="{6B7D66E2-C963-4A97-A402-B45C4C03E430}" dt="2023-04-21T06:27:18.494" v="552" actId="478"/>
          <ac:spMkLst>
            <pc:docMk/>
            <pc:sldMk cId="3286622463" sldId="312"/>
            <ac:spMk id="63" creationId="{A42079D7-D7E2-D63F-C312-E0DCF5237132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1024" creationId="{01696000-6D5F-078C-E281-614229903D7D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1025" creationId="{0FCC53FC-0404-1E71-0F1A-4E41A68C9242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1027" creationId="{103F147F-B9B3-177A-F3F9-6C25AC46AE6C}"/>
          </ac:spMkLst>
        </pc:spChg>
        <pc:spChg chg="add del mod ord">
          <ac:chgData name="이 동석" userId="a484158e-f78b-4e4d-aa5c-b1d0d46318d2" providerId="ADAL" clId="{6B7D66E2-C963-4A97-A402-B45C4C03E430}" dt="2023-04-21T06:26:58.849" v="549" actId="478"/>
          <ac:spMkLst>
            <pc:docMk/>
            <pc:sldMk cId="3286622463" sldId="312"/>
            <ac:spMk id="1028" creationId="{3B0F842B-AA38-FBAB-FB60-C97746965E35}"/>
          </ac:spMkLst>
        </pc:spChg>
        <pc:spChg chg="add del mod ord">
          <ac:chgData name="이 동석" userId="a484158e-f78b-4e4d-aa5c-b1d0d46318d2" providerId="ADAL" clId="{6B7D66E2-C963-4A97-A402-B45C4C03E430}" dt="2023-04-21T06:26:58.849" v="549" actId="478"/>
          <ac:spMkLst>
            <pc:docMk/>
            <pc:sldMk cId="3286622463" sldId="312"/>
            <ac:spMk id="1029" creationId="{4DB860A1-3697-4D94-AFBC-82A3AD60FBEE}"/>
          </ac:spMkLst>
        </pc:spChg>
        <pc:spChg chg="add del mod ord">
          <ac:chgData name="이 동석" userId="a484158e-f78b-4e4d-aa5c-b1d0d46318d2" providerId="ADAL" clId="{6B7D66E2-C963-4A97-A402-B45C4C03E430}" dt="2023-04-21T06:26:54.803" v="548" actId="478"/>
          <ac:spMkLst>
            <pc:docMk/>
            <pc:sldMk cId="3286622463" sldId="312"/>
            <ac:spMk id="1030" creationId="{A39ACE4F-6BAD-AFCE-4960-C02939CA41BA}"/>
          </ac:spMkLst>
        </pc:spChg>
        <pc:spChg chg="add del mod">
          <ac:chgData name="이 동석" userId="a484158e-f78b-4e4d-aa5c-b1d0d46318d2" providerId="ADAL" clId="{6B7D66E2-C963-4A97-A402-B45C4C03E430}" dt="2023-04-21T06:26:05.540" v="542" actId="478"/>
          <ac:spMkLst>
            <pc:docMk/>
            <pc:sldMk cId="3286622463" sldId="312"/>
            <ac:spMk id="1037" creationId="{63B5C2F0-CFBA-8AE1-C502-3677210A0FF8}"/>
          </ac:spMkLst>
        </pc:spChg>
        <pc:spChg chg="add del mod">
          <ac:chgData name="이 동석" userId="a484158e-f78b-4e4d-aa5c-b1d0d46318d2" providerId="ADAL" clId="{6B7D66E2-C963-4A97-A402-B45C4C03E430}" dt="2023-04-21T06:26:09.191" v="543" actId="478"/>
          <ac:spMkLst>
            <pc:docMk/>
            <pc:sldMk cId="3286622463" sldId="312"/>
            <ac:spMk id="1038" creationId="{C8F07466-8BB9-512E-F808-F0DC5844E3C8}"/>
          </ac:spMkLst>
        </pc:spChg>
        <pc:spChg chg="add del mod">
          <ac:chgData name="이 동석" userId="a484158e-f78b-4e4d-aa5c-b1d0d46318d2" providerId="ADAL" clId="{6B7D66E2-C963-4A97-A402-B45C4C03E430}" dt="2023-04-21T06:26:15.272" v="544" actId="478"/>
          <ac:spMkLst>
            <pc:docMk/>
            <pc:sldMk cId="3286622463" sldId="312"/>
            <ac:spMk id="1039" creationId="{4793688C-A465-19EB-2F6B-E894F6848954}"/>
          </ac:spMkLst>
        </pc:spChg>
        <pc:spChg chg="add del mod">
          <ac:chgData name="이 동석" userId="a484158e-f78b-4e4d-aa5c-b1d0d46318d2" providerId="ADAL" clId="{6B7D66E2-C963-4A97-A402-B45C4C03E430}" dt="2023-04-21T06:26:09.191" v="543" actId="478"/>
          <ac:spMkLst>
            <pc:docMk/>
            <pc:sldMk cId="3286622463" sldId="312"/>
            <ac:spMk id="1040" creationId="{5B5278C5-B934-0D13-4484-CA7C69DBE49A}"/>
          </ac:spMkLst>
        </pc:spChg>
        <pc:spChg chg="add del mod">
          <ac:chgData name="이 동석" userId="a484158e-f78b-4e4d-aa5c-b1d0d46318d2" providerId="ADAL" clId="{6B7D66E2-C963-4A97-A402-B45C4C03E430}" dt="2023-04-21T06:26:09.191" v="543" actId="478"/>
          <ac:spMkLst>
            <pc:docMk/>
            <pc:sldMk cId="3286622463" sldId="312"/>
            <ac:spMk id="1041" creationId="{39BD8C52-425D-59B8-CC61-38573C03B2C1}"/>
          </ac:spMkLst>
        </pc:spChg>
        <pc:spChg chg="add del mod">
          <ac:chgData name="이 동석" userId="a484158e-f78b-4e4d-aa5c-b1d0d46318d2" providerId="ADAL" clId="{6B7D66E2-C963-4A97-A402-B45C4C03E430}" dt="2023-04-21T06:25:54.387" v="534" actId="478"/>
          <ac:spMkLst>
            <pc:docMk/>
            <pc:sldMk cId="3286622463" sldId="312"/>
            <ac:spMk id="1042" creationId="{7C77885B-A225-F412-C3E4-A492DC9ED5F8}"/>
          </ac:spMkLst>
        </pc:spChg>
        <pc:spChg chg="add del mod">
          <ac:chgData name="이 동석" userId="a484158e-f78b-4e4d-aa5c-b1d0d46318d2" providerId="ADAL" clId="{6B7D66E2-C963-4A97-A402-B45C4C03E430}" dt="2023-04-21T06:25:55.967" v="535" actId="478"/>
          <ac:spMkLst>
            <pc:docMk/>
            <pc:sldMk cId="3286622463" sldId="312"/>
            <ac:spMk id="1043" creationId="{A955B323-2B58-FBFA-48D2-5EEA84392989}"/>
          </ac:spMkLst>
        </pc:spChg>
        <pc:spChg chg="add del mod">
          <ac:chgData name="이 동석" userId="a484158e-f78b-4e4d-aa5c-b1d0d46318d2" providerId="ADAL" clId="{6B7D66E2-C963-4A97-A402-B45C4C03E430}" dt="2023-04-21T06:25:53.807" v="533" actId="478"/>
          <ac:spMkLst>
            <pc:docMk/>
            <pc:sldMk cId="3286622463" sldId="312"/>
            <ac:spMk id="1045" creationId="{00BCE354-2112-659A-3DD6-CD0053752BCA}"/>
          </ac:spMkLst>
        </pc:spChg>
        <pc:spChg chg="add del mod">
          <ac:chgData name="이 동석" userId="a484158e-f78b-4e4d-aa5c-b1d0d46318d2" providerId="ADAL" clId="{6B7D66E2-C963-4A97-A402-B45C4C03E430}" dt="2023-04-21T06:26:15.272" v="544" actId="478"/>
          <ac:spMkLst>
            <pc:docMk/>
            <pc:sldMk cId="3286622463" sldId="312"/>
            <ac:spMk id="1046" creationId="{0E97F69E-631F-5C92-D008-367881486BE8}"/>
          </ac:spMkLst>
        </pc:spChg>
        <pc:spChg chg="add del mod">
          <ac:chgData name="이 동석" userId="a484158e-f78b-4e4d-aa5c-b1d0d46318d2" providerId="ADAL" clId="{6B7D66E2-C963-4A97-A402-B45C4C03E430}" dt="2023-04-21T06:26:15.272" v="544" actId="478"/>
          <ac:spMkLst>
            <pc:docMk/>
            <pc:sldMk cId="3286622463" sldId="312"/>
            <ac:spMk id="1047" creationId="{838E7DBF-10AD-8D37-A7AE-0E387E80262D}"/>
          </ac:spMkLst>
        </pc:spChg>
        <pc:spChg chg="add del mod">
          <ac:chgData name="이 동석" userId="a484158e-f78b-4e4d-aa5c-b1d0d46318d2" providerId="ADAL" clId="{6B7D66E2-C963-4A97-A402-B45C4C03E430}" dt="2023-04-21T06:25:57.281" v="536" actId="478"/>
          <ac:spMkLst>
            <pc:docMk/>
            <pc:sldMk cId="3286622463" sldId="312"/>
            <ac:spMk id="1048" creationId="{38431402-8AEE-F982-A719-9B2DA1589A0C}"/>
          </ac:spMkLst>
        </pc:spChg>
        <pc:spChg chg="add del mod">
          <ac:chgData name="이 동석" userId="a484158e-f78b-4e4d-aa5c-b1d0d46318d2" providerId="ADAL" clId="{6B7D66E2-C963-4A97-A402-B45C4C03E430}" dt="2023-04-21T06:25:45.062" v="524" actId="478"/>
          <ac:spMkLst>
            <pc:docMk/>
            <pc:sldMk cId="3286622463" sldId="312"/>
            <ac:spMk id="1049" creationId="{1D51602A-86CA-054C-2A49-F1D30265EB1A}"/>
          </ac:spMkLst>
        </pc:spChg>
        <pc:spChg chg="add del mod">
          <ac:chgData name="이 동석" userId="a484158e-f78b-4e4d-aa5c-b1d0d46318d2" providerId="ADAL" clId="{6B7D66E2-C963-4A97-A402-B45C4C03E430}" dt="2023-04-21T06:25:52.891" v="532" actId="478"/>
          <ac:spMkLst>
            <pc:docMk/>
            <pc:sldMk cId="3286622463" sldId="312"/>
            <ac:spMk id="1050" creationId="{6A645FEC-3E60-A15D-ED5F-494B48927878}"/>
          </ac:spMkLst>
        </pc:spChg>
        <pc:spChg chg="add del mod">
          <ac:chgData name="이 동석" userId="a484158e-f78b-4e4d-aa5c-b1d0d46318d2" providerId="ADAL" clId="{6B7D66E2-C963-4A97-A402-B45C4C03E430}" dt="2023-04-21T06:25:52.171" v="531" actId="478"/>
          <ac:spMkLst>
            <pc:docMk/>
            <pc:sldMk cId="3286622463" sldId="312"/>
            <ac:spMk id="1051" creationId="{958EDDB5-341E-4425-9146-C54E0E4D424A}"/>
          </ac:spMkLst>
        </pc:spChg>
        <pc:spChg chg="add del mod">
          <ac:chgData name="이 동석" userId="a484158e-f78b-4e4d-aa5c-b1d0d46318d2" providerId="ADAL" clId="{6B7D66E2-C963-4A97-A402-B45C4C03E430}" dt="2023-04-21T06:25:46.884" v="527" actId="478"/>
          <ac:spMkLst>
            <pc:docMk/>
            <pc:sldMk cId="3286622463" sldId="312"/>
            <ac:spMk id="1052" creationId="{C3AF775E-7523-4CCC-5EE8-CDB211355970}"/>
          </ac:spMkLst>
        </pc:spChg>
        <pc:spChg chg="add del mod">
          <ac:chgData name="이 동석" userId="a484158e-f78b-4e4d-aa5c-b1d0d46318d2" providerId="ADAL" clId="{6B7D66E2-C963-4A97-A402-B45C4C03E430}" dt="2023-04-21T06:25:46.299" v="526" actId="478"/>
          <ac:spMkLst>
            <pc:docMk/>
            <pc:sldMk cId="3286622463" sldId="312"/>
            <ac:spMk id="1053" creationId="{9306741C-338C-FA85-E76D-D1BD7C60569A}"/>
          </ac:spMkLst>
        </pc:spChg>
        <pc:spChg chg="add del mod">
          <ac:chgData name="이 동석" userId="a484158e-f78b-4e4d-aa5c-b1d0d46318d2" providerId="ADAL" clId="{6B7D66E2-C963-4A97-A402-B45C4C03E430}" dt="2023-04-21T06:26:09.191" v="543" actId="478"/>
          <ac:spMkLst>
            <pc:docMk/>
            <pc:sldMk cId="3286622463" sldId="312"/>
            <ac:spMk id="1054" creationId="{22362604-1BC9-0911-DB3D-7EE482C3A559}"/>
          </ac:spMkLst>
        </pc:spChg>
        <pc:spChg chg="add del mod">
          <ac:chgData name="이 동석" userId="a484158e-f78b-4e4d-aa5c-b1d0d46318d2" providerId="ADAL" clId="{6B7D66E2-C963-4A97-A402-B45C4C03E430}" dt="2023-04-21T06:26:15.272" v="544" actId="478"/>
          <ac:spMkLst>
            <pc:docMk/>
            <pc:sldMk cId="3286622463" sldId="312"/>
            <ac:spMk id="1055" creationId="{20A5295D-F8F4-13FB-DDEF-BFFA5CE1B8A0}"/>
          </ac:spMkLst>
        </pc:spChg>
        <pc:spChg chg="add del mod">
          <ac:chgData name="이 동석" userId="a484158e-f78b-4e4d-aa5c-b1d0d46318d2" providerId="ADAL" clId="{6B7D66E2-C963-4A97-A402-B45C4C03E430}" dt="2023-04-21T06:26:09.191" v="543" actId="478"/>
          <ac:spMkLst>
            <pc:docMk/>
            <pc:sldMk cId="3286622463" sldId="312"/>
            <ac:spMk id="1056" creationId="{DA0F99A5-47F0-E010-3AA5-391724CFB5C7}"/>
          </ac:spMkLst>
        </pc:spChg>
        <pc:spChg chg="add del mod">
          <ac:chgData name="이 동석" userId="a484158e-f78b-4e4d-aa5c-b1d0d46318d2" providerId="ADAL" clId="{6B7D66E2-C963-4A97-A402-B45C4C03E430}" dt="2023-04-21T06:26:15.272" v="544" actId="478"/>
          <ac:spMkLst>
            <pc:docMk/>
            <pc:sldMk cId="3286622463" sldId="312"/>
            <ac:spMk id="1057" creationId="{E4B323BB-8B7B-A851-3FF2-F74E7871CC01}"/>
          </ac:spMkLst>
        </pc:spChg>
        <pc:spChg chg="add del mod">
          <ac:chgData name="이 동석" userId="a484158e-f78b-4e4d-aa5c-b1d0d46318d2" providerId="ADAL" clId="{6B7D66E2-C963-4A97-A402-B45C4C03E430}" dt="2023-04-21T06:26:15.272" v="544" actId="478"/>
          <ac:spMkLst>
            <pc:docMk/>
            <pc:sldMk cId="3286622463" sldId="312"/>
            <ac:spMk id="1058" creationId="{A73674A6-7236-CBE4-54BA-38AD77F0D9C3}"/>
          </ac:spMkLst>
        </pc:spChg>
        <pc:spChg chg="add del mod">
          <ac:chgData name="이 동석" userId="a484158e-f78b-4e4d-aa5c-b1d0d46318d2" providerId="ADAL" clId="{6B7D66E2-C963-4A97-A402-B45C4C03E430}" dt="2023-04-21T06:25:50.804" v="530" actId="478"/>
          <ac:spMkLst>
            <pc:docMk/>
            <pc:sldMk cId="3286622463" sldId="312"/>
            <ac:spMk id="1059" creationId="{7DB62F20-B41B-A754-C92D-C309C00DDFED}"/>
          </ac:spMkLst>
        </pc:spChg>
        <pc:spChg chg="add del mod">
          <ac:chgData name="이 동석" userId="a484158e-f78b-4e4d-aa5c-b1d0d46318d2" providerId="ADAL" clId="{6B7D66E2-C963-4A97-A402-B45C4C03E430}" dt="2023-04-21T06:25:58.333" v="537" actId="478"/>
          <ac:spMkLst>
            <pc:docMk/>
            <pc:sldMk cId="3286622463" sldId="312"/>
            <ac:spMk id="1060" creationId="{3B75B3D9-1126-944F-60C1-D93CF50D4D82}"/>
          </ac:spMkLst>
        </pc:spChg>
        <pc:spChg chg="add del mod">
          <ac:chgData name="이 동석" userId="a484158e-f78b-4e4d-aa5c-b1d0d46318d2" providerId="ADAL" clId="{6B7D66E2-C963-4A97-A402-B45C4C03E430}" dt="2023-04-21T06:26:04.734" v="541" actId="478"/>
          <ac:spMkLst>
            <pc:docMk/>
            <pc:sldMk cId="3286622463" sldId="312"/>
            <ac:spMk id="1061" creationId="{C88B799E-D2E3-90C7-C0D3-96A203A299E6}"/>
          </ac:spMkLst>
        </pc:spChg>
        <pc:spChg chg="add del mod">
          <ac:chgData name="이 동석" userId="a484158e-f78b-4e4d-aa5c-b1d0d46318d2" providerId="ADAL" clId="{6B7D66E2-C963-4A97-A402-B45C4C03E430}" dt="2023-04-21T06:26:09.191" v="543" actId="478"/>
          <ac:spMkLst>
            <pc:docMk/>
            <pc:sldMk cId="3286622463" sldId="312"/>
            <ac:spMk id="1062" creationId="{AE7011AB-AC7A-E6BE-773B-A12C4094F05D}"/>
          </ac:spMkLst>
        </pc:spChg>
        <pc:spChg chg="add del mod">
          <ac:chgData name="이 동석" userId="a484158e-f78b-4e4d-aa5c-b1d0d46318d2" providerId="ADAL" clId="{6B7D66E2-C963-4A97-A402-B45C4C03E430}" dt="2023-04-21T06:25:44.406" v="523" actId="478"/>
          <ac:spMkLst>
            <pc:docMk/>
            <pc:sldMk cId="3286622463" sldId="312"/>
            <ac:spMk id="1063" creationId="{7CCB19F9-D316-BC6F-2562-21A5B8E6DC3C}"/>
          </ac:spMkLst>
        </pc:spChg>
        <pc:spChg chg="add del mod">
          <ac:chgData name="이 동석" userId="a484158e-f78b-4e4d-aa5c-b1d0d46318d2" providerId="ADAL" clId="{6B7D66E2-C963-4A97-A402-B45C4C03E430}" dt="2023-04-21T06:25:59.651" v="538" actId="478"/>
          <ac:spMkLst>
            <pc:docMk/>
            <pc:sldMk cId="3286622463" sldId="312"/>
            <ac:spMk id="1064" creationId="{8DB581F8-AF5E-24DC-6296-A341C51E6088}"/>
          </ac:spMkLst>
        </pc:spChg>
        <pc:spChg chg="add del mod">
          <ac:chgData name="이 동석" userId="a484158e-f78b-4e4d-aa5c-b1d0d46318d2" providerId="ADAL" clId="{6B7D66E2-C963-4A97-A402-B45C4C03E430}" dt="2023-04-21T06:26:15.272" v="544" actId="478"/>
          <ac:spMkLst>
            <pc:docMk/>
            <pc:sldMk cId="3286622463" sldId="312"/>
            <ac:spMk id="1065" creationId="{52BAE058-5D09-2313-DB10-236BED7CA7AB}"/>
          </ac:spMkLst>
        </pc:spChg>
        <pc:spChg chg="add del mod">
          <ac:chgData name="이 동석" userId="a484158e-f78b-4e4d-aa5c-b1d0d46318d2" providerId="ADAL" clId="{6B7D66E2-C963-4A97-A402-B45C4C03E430}" dt="2023-04-21T06:26:17.225" v="545" actId="478"/>
          <ac:spMkLst>
            <pc:docMk/>
            <pc:sldMk cId="3286622463" sldId="312"/>
            <ac:spMk id="1066" creationId="{B24146AD-F9A9-A054-969D-75529028915B}"/>
          </ac:spMkLst>
        </pc:spChg>
        <pc:spChg chg="add del mod">
          <ac:chgData name="이 동석" userId="a484158e-f78b-4e4d-aa5c-b1d0d46318d2" providerId="ADAL" clId="{6B7D66E2-C963-4A97-A402-B45C4C03E430}" dt="2023-04-21T06:26:09.191" v="543" actId="478"/>
          <ac:spMkLst>
            <pc:docMk/>
            <pc:sldMk cId="3286622463" sldId="312"/>
            <ac:spMk id="1067" creationId="{974FA2C1-2A64-B5E0-4FA4-42055723E88C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71" creationId="{5874C782-4560-6204-3195-1FF9EA177AEA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72" creationId="{F2AF1951-6EEA-11BD-945B-07BFB38E65DE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73" creationId="{5F3362DF-997E-1C42-920D-C5699232D028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74" creationId="{44DDA593-8574-E844-A6DA-4E25CA4A21D9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75" creationId="{52984249-05F8-783C-442B-DEA6D3CECFA0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76" creationId="{8831B93C-21B7-5873-61BF-8C8B90C91CE4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77" creationId="{BECFE5C5-BBF2-3512-101B-2F2B34D8B35A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78" creationId="{ADA15622-18AA-8342-63EC-5194571DA594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79" creationId="{7DA874BC-EE2B-D7FA-2EE0-D66DC51D40C8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80" creationId="{26F6F326-F521-0AE7-721B-33B99A4987BA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81" creationId="{BA4DF3F8-B3E3-48BF-EAE7-B6812676AAD7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82" creationId="{A56B89BE-BFB9-0C6B-1504-44E691C800C3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83" creationId="{2F68755C-2B9E-9091-AAFB-9AB66DF70F1C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84" creationId="{BFEB6E76-3A8A-AE88-BC7E-EC450946B1AA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85" creationId="{14838599-B2E5-9C40-5CBF-93F88E330DD2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86" creationId="{17B610AA-A4ED-403E-FCD7-D47A8B98BF9B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87" creationId="{D90AF056-5B7E-1352-7C03-4E75CE830044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88" creationId="{DC91CA23-8E0C-A9DB-D742-53806EEC0FBF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89" creationId="{66A2158C-EF85-4B24-8DC2-16FD2E9801BF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90" creationId="{97337CAA-54CA-BA97-5902-9B5AA8963DEA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91" creationId="{2D2B65D6-0037-F005-08A6-4504E96D82CF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92" creationId="{6D37B0EF-ED47-7A53-087F-E4D59CEFC6FB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93" creationId="{485DAC6A-4802-19E1-5DEB-BE51B8A93F3D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94" creationId="{CC7A7F10-E2D1-526F-4928-F56A34B84813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95" creationId="{864292B4-1159-B422-FD43-DC5441CEDDF7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96" creationId="{4D75F105-98D1-709D-F7BE-09C60A33984F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97" creationId="{E0AEB2E3-00AD-2909-E31C-063956AE8516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98" creationId="{EE77711F-D526-E6C4-EFBC-C7080331380D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099" creationId="{CDB41EF0-B417-5DF1-6B96-1A6EEC67BE3D}"/>
          </ac:spMkLst>
        </pc:spChg>
        <pc:spChg chg="mod">
          <ac:chgData name="이 동석" userId="a484158e-f78b-4e4d-aa5c-b1d0d46318d2" providerId="ADAL" clId="{6B7D66E2-C963-4A97-A402-B45C4C03E430}" dt="2023-04-21T06:28:21.650" v="567"/>
          <ac:spMkLst>
            <pc:docMk/>
            <pc:sldMk cId="3286622463" sldId="312"/>
            <ac:spMk id="1100" creationId="{05ADAF18-890F-74EE-94EC-28635B234E62}"/>
          </ac:spMkLst>
        </pc:spChg>
        <pc:grpChg chg="add del mod ord">
          <ac:chgData name="이 동석" userId="a484158e-f78b-4e4d-aa5c-b1d0d46318d2" providerId="ADAL" clId="{6B7D66E2-C963-4A97-A402-B45C4C03E430}" dt="2023-04-21T06:26:36.085" v="547" actId="167"/>
          <ac:grpSpMkLst>
            <pc:docMk/>
            <pc:sldMk cId="3286622463" sldId="312"/>
            <ac:grpSpMk id="26" creationId="{EEABCE9D-E14F-519F-3BD4-C11C2EADEE25}"/>
          </ac:grpSpMkLst>
        </pc:grpChg>
        <pc:grpChg chg="add del mod">
          <ac:chgData name="이 동석" userId="a484158e-f78b-4e4d-aa5c-b1d0d46318d2" providerId="ADAL" clId="{6B7D66E2-C963-4A97-A402-B45C4C03E430}" dt="2023-04-21T06:24:42.438" v="507"/>
          <ac:grpSpMkLst>
            <pc:docMk/>
            <pc:sldMk cId="3286622463" sldId="312"/>
            <ac:grpSpMk id="1032" creationId="{6A6768E6-F2CF-3F2B-9F58-051F76631C23}"/>
          </ac:grpSpMkLst>
        </pc:grpChg>
        <pc:grpChg chg="add mod ord">
          <ac:chgData name="이 동석" userId="a484158e-f78b-4e4d-aa5c-b1d0d46318d2" providerId="ADAL" clId="{6B7D66E2-C963-4A97-A402-B45C4C03E430}" dt="2023-04-21T06:28:27.335" v="570" actId="167"/>
          <ac:grpSpMkLst>
            <pc:docMk/>
            <pc:sldMk cId="3286622463" sldId="312"/>
            <ac:grpSpMk id="1070" creationId="{85819BC4-6A0E-2907-2530-1D24C4FEED60}"/>
          </ac:grpSpMkLst>
        </pc:grpChg>
        <pc:picChg chg="mod">
          <ac:chgData name="이 동석" userId="a484158e-f78b-4e4d-aa5c-b1d0d46318d2" providerId="ADAL" clId="{6B7D66E2-C963-4A97-A402-B45C4C03E430}" dt="2023-04-21T06:02:27.853" v="498" actId="166"/>
          <ac:picMkLst>
            <pc:docMk/>
            <pc:sldMk cId="3286622463" sldId="312"/>
            <ac:picMk id="3" creationId="{42CF7696-1218-2E2E-6B69-6919F2878C36}"/>
          </ac:picMkLst>
        </pc:picChg>
        <pc:picChg chg="del">
          <ac:chgData name="이 동석" userId="a484158e-f78b-4e4d-aa5c-b1d0d46318d2" providerId="ADAL" clId="{6B7D66E2-C963-4A97-A402-B45C4C03E430}" dt="2023-04-21T06:00:45.930" v="468" actId="478"/>
          <ac:picMkLst>
            <pc:docMk/>
            <pc:sldMk cId="3286622463" sldId="312"/>
            <ac:picMk id="11" creationId="{B123560D-023A-7701-D8A0-442629368136}"/>
          </ac:picMkLst>
        </pc:picChg>
        <pc:picChg chg="add del mod ord">
          <ac:chgData name="이 동석" userId="a484158e-f78b-4e4d-aa5c-b1d0d46318d2" providerId="ADAL" clId="{6B7D66E2-C963-4A97-A402-B45C4C03E430}" dt="2023-04-21T06:26:36.085" v="547" actId="167"/>
          <ac:picMkLst>
            <pc:docMk/>
            <pc:sldMk cId="3286622463" sldId="312"/>
            <ac:picMk id="25" creationId="{860D8506-AFD9-13E2-706D-8C171D120BF3}"/>
          </ac:picMkLst>
        </pc:picChg>
        <pc:picChg chg="add del mod ord">
          <ac:chgData name="이 동석" userId="a484158e-f78b-4e4d-aa5c-b1d0d46318d2" providerId="ADAL" clId="{6B7D66E2-C963-4A97-A402-B45C4C03E430}" dt="2023-04-21T06:26:58.849" v="549" actId="478"/>
          <ac:picMkLst>
            <pc:docMk/>
            <pc:sldMk cId="3286622463" sldId="312"/>
            <ac:picMk id="32" creationId="{97E90BD5-744C-ACFD-074B-0EAE70E54E99}"/>
          </ac:picMkLst>
        </pc:picChg>
        <pc:picChg chg="add del mod">
          <ac:chgData name="이 동석" userId="a484158e-f78b-4e4d-aa5c-b1d0d46318d2" providerId="ADAL" clId="{6B7D66E2-C963-4A97-A402-B45C4C03E430}" dt="2023-04-21T06:25:38.592" v="522" actId="1076"/>
          <ac:picMkLst>
            <pc:docMk/>
            <pc:sldMk cId="3286622463" sldId="312"/>
            <ac:picMk id="35" creationId="{AC0E8C7C-6560-B2BE-3584-4370156A9661}"/>
          </ac:picMkLst>
        </pc:picChg>
        <pc:picChg chg="add del mod">
          <ac:chgData name="이 동석" userId="a484158e-f78b-4e4d-aa5c-b1d0d46318d2" providerId="ADAL" clId="{6B7D66E2-C963-4A97-A402-B45C4C03E430}" dt="2023-04-21T06:25:38.592" v="522" actId="1076"/>
          <ac:picMkLst>
            <pc:docMk/>
            <pc:sldMk cId="3286622463" sldId="312"/>
            <ac:picMk id="36" creationId="{814F0EEB-FB9D-5F33-B8CB-70018DE2E4E6}"/>
          </ac:picMkLst>
        </pc:picChg>
        <pc:picChg chg="add del mod">
          <ac:chgData name="이 동석" userId="a484158e-f78b-4e4d-aa5c-b1d0d46318d2" providerId="ADAL" clId="{6B7D66E2-C963-4A97-A402-B45C4C03E430}" dt="2023-04-21T06:25:38.592" v="522" actId="1076"/>
          <ac:picMkLst>
            <pc:docMk/>
            <pc:sldMk cId="3286622463" sldId="312"/>
            <ac:picMk id="37" creationId="{32A40972-F6EF-34E6-2DE9-A654E626DAB2}"/>
          </ac:picMkLst>
        </pc:picChg>
        <pc:picChg chg="add del mod">
          <ac:chgData name="이 동석" userId="a484158e-f78b-4e4d-aa5c-b1d0d46318d2" providerId="ADAL" clId="{6B7D66E2-C963-4A97-A402-B45C4C03E430}" dt="2023-04-21T06:25:38.592" v="522" actId="1076"/>
          <ac:picMkLst>
            <pc:docMk/>
            <pc:sldMk cId="3286622463" sldId="312"/>
            <ac:picMk id="41" creationId="{3A58B961-7527-638C-0F03-E2C064CCDAEE}"/>
          </ac:picMkLst>
        </pc:picChg>
        <pc:picChg chg="add del mod">
          <ac:chgData name="이 동석" userId="a484158e-f78b-4e4d-aa5c-b1d0d46318d2" providerId="ADAL" clId="{6B7D66E2-C963-4A97-A402-B45C4C03E430}" dt="2023-04-21T06:25:38.592" v="522" actId="1076"/>
          <ac:picMkLst>
            <pc:docMk/>
            <pc:sldMk cId="3286622463" sldId="312"/>
            <ac:picMk id="45" creationId="{7FFA6B04-BCBA-D476-6FE2-BDF51343A415}"/>
          </ac:picMkLst>
        </pc:picChg>
        <pc:picChg chg="add del mod">
          <ac:chgData name="이 동석" userId="a484158e-f78b-4e4d-aa5c-b1d0d46318d2" providerId="ADAL" clId="{6B7D66E2-C963-4A97-A402-B45C4C03E430}" dt="2023-04-21T06:25:49.706" v="529" actId="478"/>
          <ac:picMkLst>
            <pc:docMk/>
            <pc:sldMk cId="3286622463" sldId="312"/>
            <ac:picMk id="1026" creationId="{14407554-233C-7141-6F70-C11CC00B8B46}"/>
          </ac:picMkLst>
        </pc:picChg>
        <pc:picChg chg="add del mod">
          <ac:chgData name="이 동석" userId="a484158e-f78b-4e4d-aa5c-b1d0d46318d2" providerId="ADAL" clId="{6B7D66E2-C963-4A97-A402-B45C4C03E430}" dt="2023-04-21T06:24:42.438" v="507"/>
          <ac:picMkLst>
            <pc:docMk/>
            <pc:sldMk cId="3286622463" sldId="312"/>
            <ac:picMk id="1031" creationId="{A8599F1D-D562-08E9-262D-1FF0F5D48795}"/>
          </ac:picMkLst>
        </pc:picChg>
        <pc:picChg chg="mod">
          <ac:chgData name="이 동석" userId="a484158e-f78b-4e4d-aa5c-b1d0d46318d2" providerId="ADAL" clId="{6B7D66E2-C963-4A97-A402-B45C4C03E430}" dt="2023-04-21T06:24:40.864" v="506"/>
          <ac:picMkLst>
            <pc:docMk/>
            <pc:sldMk cId="3286622463" sldId="312"/>
            <ac:picMk id="1033" creationId="{0552CB34-8E24-2203-5936-B68950BF736A}"/>
          </ac:picMkLst>
        </pc:picChg>
        <pc:picChg chg="mod">
          <ac:chgData name="이 동석" userId="a484158e-f78b-4e4d-aa5c-b1d0d46318d2" providerId="ADAL" clId="{6B7D66E2-C963-4A97-A402-B45C4C03E430}" dt="2023-04-21T06:02:44.494" v="500" actId="166"/>
          <ac:picMkLst>
            <pc:docMk/>
            <pc:sldMk cId="3286622463" sldId="312"/>
            <ac:picMk id="1034" creationId="{F28D6BD2-75A2-268B-7247-A3DBEBA9C4A5}"/>
          </ac:picMkLst>
        </pc:picChg>
        <pc:picChg chg="mod">
          <ac:chgData name="이 동석" userId="a484158e-f78b-4e4d-aa5c-b1d0d46318d2" providerId="ADAL" clId="{6B7D66E2-C963-4A97-A402-B45C4C03E430}" dt="2023-04-21T06:24:40.864" v="506"/>
          <ac:picMkLst>
            <pc:docMk/>
            <pc:sldMk cId="3286622463" sldId="312"/>
            <ac:picMk id="1035" creationId="{CED430E6-13C8-CCE6-EFEE-865568D2A596}"/>
          </ac:picMkLst>
        </pc:picChg>
        <pc:picChg chg="mod">
          <ac:chgData name="이 동석" userId="a484158e-f78b-4e4d-aa5c-b1d0d46318d2" providerId="ADAL" clId="{6B7D66E2-C963-4A97-A402-B45C4C03E430}" dt="2023-04-21T06:24:40.864" v="506"/>
          <ac:picMkLst>
            <pc:docMk/>
            <pc:sldMk cId="3286622463" sldId="312"/>
            <ac:picMk id="1036" creationId="{5808B9AD-3920-CC50-FE5E-892F0D7529FF}"/>
          </ac:picMkLst>
        </pc:picChg>
        <pc:picChg chg="add mod ord">
          <ac:chgData name="이 동석" userId="a484158e-f78b-4e4d-aa5c-b1d0d46318d2" providerId="ADAL" clId="{6B7D66E2-C963-4A97-A402-B45C4C03E430}" dt="2023-04-21T06:27:26.670" v="555" actId="167"/>
          <ac:picMkLst>
            <pc:docMk/>
            <pc:sldMk cId="3286622463" sldId="312"/>
            <ac:picMk id="1068" creationId="{D1F2F949-2DFF-8677-1BF5-6F9F21FF7B59}"/>
          </ac:picMkLst>
        </pc:picChg>
        <pc:picChg chg="add del mod">
          <ac:chgData name="이 동석" userId="a484158e-f78b-4e4d-aa5c-b1d0d46318d2" providerId="ADAL" clId="{6B7D66E2-C963-4A97-A402-B45C4C03E430}" dt="2023-04-21T06:28:19.636" v="566"/>
          <ac:picMkLst>
            <pc:docMk/>
            <pc:sldMk cId="3286622463" sldId="312"/>
            <ac:picMk id="1069" creationId="{A0485187-31A7-EE4E-60A4-C333B45EC988}"/>
          </ac:picMkLst>
        </pc:picChg>
      </pc:sldChg>
      <pc:sldChg chg="addSp delSp modSp mod">
        <pc:chgData name="이 동석" userId="a484158e-f78b-4e4d-aa5c-b1d0d46318d2" providerId="ADAL" clId="{6B7D66E2-C963-4A97-A402-B45C4C03E430}" dt="2023-04-21T06:29:09.865" v="581" actId="478"/>
        <pc:sldMkLst>
          <pc:docMk/>
          <pc:sldMk cId="2976540238" sldId="313"/>
        </pc:sldMkLst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28" creationId="{1E9D3367-61C4-0E9A-85A2-12D6DDA8E396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30" creationId="{D91D1A54-E6FF-7925-9757-EC917CC9782C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31" creationId="{E219C268-F7FB-C7FA-9457-C53853CD2084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32" creationId="{67ADF998-A0E1-DEA5-F510-0E2F144D2CA9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33" creationId="{A89E3A52-2B33-3236-4CC6-4349898FBE39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34" creationId="{584C633C-2B34-CBD9-3E6D-7C89E90C09B4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35" creationId="{3584DBB1-3DF3-A394-0A3D-2FE914069DC1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36" creationId="{53F472AD-54A3-576F-BDC4-139BC4990BE4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37" creationId="{C5F54800-A23C-E974-31E0-CCD3A8BBC1C8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38" creationId="{20497E31-0AA9-AE93-A87F-CD3F753AF750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39" creationId="{822A76D6-E86F-283F-F2A1-FF5D376AA0BD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40" creationId="{923DCD21-2781-5787-EDBD-EB319343501A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41" creationId="{3B95F86A-5600-F87B-5687-1D43B38732C6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42" creationId="{6A1A6BAD-8B5E-4447-2827-85D70677FB15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43" creationId="{31FED1F8-9064-B05A-2AE9-25A869E457CF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44" creationId="{DDA5E7DA-9A84-1D14-8DAE-2CF9210BAB6C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45" creationId="{4C6D079A-517E-E1BC-E92B-D910F4078AB2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46" creationId="{09441FB9-9B60-29B9-F632-50BFABD35CB5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47" creationId="{D17550C5-6699-0434-5622-4FF06EA76834}"/>
          </ac:spMkLst>
        </pc:spChg>
        <pc:spChg chg="mod">
          <ac:chgData name="이 동석" userId="a484158e-f78b-4e4d-aa5c-b1d0d46318d2" providerId="ADAL" clId="{6B7D66E2-C963-4A97-A402-B45C4C03E430}" dt="2023-04-21T06:29:04.325" v="578"/>
          <ac:spMkLst>
            <pc:docMk/>
            <pc:sldMk cId="2976540238" sldId="313"/>
            <ac:spMk id="48" creationId="{0208A646-513C-505C-840F-B5ED32973D51}"/>
          </ac:spMkLst>
        </pc:spChg>
        <pc:grpChg chg="add mod ord">
          <ac:chgData name="이 동석" userId="a484158e-f78b-4e4d-aa5c-b1d0d46318d2" providerId="ADAL" clId="{6B7D66E2-C963-4A97-A402-B45C4C03E430}" dt="2023-04-21T06:29:08.383" v="580" actId="167"/>
          <ac:grpSpMkLst>
            <pc:docMk/>
            <pc:sldMk cId="2976540238" sldId="313"/>
            <ac:grpSpMk id="23" creationId="{CE8A4BC3-3AB3-11A1-54CA-1537DD67A5C6}"/>
          </ac:grpSpMkLst>
        </pc:grpChg>
        <pc:picChg chg="del">
          <ac:chgData name="이 동석" userId="a484158e-f78b-4e4d-aa5c-b1d0d46318d2" providerId="ADAL" clId="{6B7D66E2-C963-4A97-A402-B45C4C03E430}" dt="2023-04-21T06:29:09.865" v="581" actId="478"/>
          <ac:picMkLst>
            <pc:docMk/>
            <pc:sldMk cId="2976540238" sldId="313"/>
            <ac:picMk id="18" creationId="{8DAA72ED-D176-FD03-801B-A5FD59B1FF73}"/>
          </ac:picMkLst>
        </pc:picChg>
        <pc:picChg chg="del">
          <ac:chgData name="이 동석" userId="a484158e-f78b-4e4d-aa5c-b1d0d46318d2" providerId="ADAL" clId="{6B7D66E2-C963-4A97-A402-B45C4C03E430}" dt="2023-04-21T06:29:09.865" v="581" actId="478"/>
          <ac:picMkLst>
            <pc:docMk/>
            <pc:sldMk cId="2976540238" sldId="313"/>
            <ac:picMk id="19" creationId="{7B1AD101-B3B6-8507-D8D1-7BAEB9C9895E}"/>
          </ac:picMkLst>
        </pc:picChg>
      </pc:sldChg>
      <pc:sldChg chg="modSp mod">
        <pc:chgData name="이 동석" userId="a484158e-f78b-4e4d-aa5c-b1d0d46318d2" providerId="ADAL" clId="{6B7D66E2-C963-4A97-A402-B45C4C03E430}" dt="2023-04-21T06:02:35.844" v="499" actId="167"/>
        <pc:sldMkLst>
          <pc:docMk/>
          <pc:sldMk cId="639582442" sldId="324"/>
        </pc:sldMkLst>
        <pc:spChg chg="ord">
          <ac:chgData name="이 동석" userId="a484158e-f78b-4e4d-aa5c-b1d0d46318d2" providerId="ADAL" clId="{6B7D66E2-C963-4A97-A402-B45C4C03E430}" dt="2023-04-21T06:02:04.888" v="496" actId="166"/>
          <ac:spMkLst>
            <pc:docMk/>
            <pc:sldMk cId="639582442" sldId="324"/>
            <ac:spMk id="17" creationId="{D571C56B-54F6-C676-9EBF-38F151267CFE}"/>
          </ac:spMkLst>
        </pc:spChg>
        <pc:grpChg chg="ord">
          <ac:chgData name="이 동석" userId="a484158e-f78b-4e4d-aa5c-b1d0d46318d2" providerId="ADAL" clId="{6B7D66E2-C963-4A97-A402-B45C4C03E430}" dt="2023-04-21T06:02:16.360" v="497" actId="167"/>
          <ac:grpSpMkLst>
            <pc:docMk/>
            <pc:sldMk cId="639582442" sldId="324"/>
            <ac:grpSpMk id="26" creationId="{BBC373C3-2864-A377-6CBF-25087C88AF67}"/>
          </ac:grpSpMkLst>
        </pc:grpChg>
        <pc:picChg chg="mod">
          <ac:chgData name="이 동석" userId="a484158e-f78b-4e4d-aa5c-b1d0d46318d2" providerId="ADAL" clId="{6B7D66E2-C963-4A97-A402-B45C4C03E430}" dt="2023-04-21T06:02:35.844" v="499" actId="167"/>
          <ac:picMkLst>
            <pc:docMk/>
            <pc:sldMk cId="639582442" sldId="324"/>
            <ac:picMk id="2" creationId="{C7F337A7-6DCD-1BDB-B3F6-A1BC95FB1003}"/>
          </ac:picMkLst>
        </pc:picChg>
        <pc:picChg chg="mod">
          <ac:chgData name="이 동석" userId="a484158e-f78b-4e4d-aa5c-b1d0d46318d2" providerId="ADAL" clId="{6B7D66E2-C963-4A97-A402-B45C4C03E430}" dt="2023-04-21T06:02:35.844" v="499" actId="167"/>
          <ac:picMkLst>
            <pc:docMk/>
            <pc:sldMk cId="639582442" sldId="324"/>
            <ac:picMk id="3" creationId="{0BB01CF2-8B03-6B47-DD12-E2F8D0C2D372}"/>
          </ac:picMkLst>
        </pc:picChg>
        <pc:picChg chg="mod">
          <ac:chgData name="이 동석" userId="a484158e-f78b-4e4d-aa5c-b1d0d46318d2" providerId="ADAL" clId="{6B7D66E2-C963-4A97-A402-B45C4C03E430}" dt="2023-04-21T06:02:35.844" v="499" actId="167"/>
          <ac:picMkLst>
            <pc:docMk/>
            <pc:sldMk cId="639582442" sldId="324"/>
            <ac:picMk id="9" creationId="{7D461288-D594-9B2C-3656-D2214C815F31}"/>
          </ac:picMkLst>
        </pc:picChg>
        <pc:picChg chg="mod">
          <ac:chgData name="이 동석" userId="a484158e-f78b-4e4d-aa5c-b1d0d46318d2" providerId="ADAL" clId="{6B7D66E2-C963-4A97-A402-B45C4C03E430}" dt="2023-04-21T06:02:35.844" v="499" actId="167"/>
          <ac:picMkLst>
            <pc:docMk/>
            <pc:sldMk cId="639582442" sldId="324"/>
            <ac:picMk id="10" creationId="{33D197DE-D8CB-7B09-0163-A83EA4E2E089}"/>
          </ac:picMkLst>
        </pc:picChg>
        <pc:picChg chg="ord">
          <ac:chgData name="이 동석" userId="a484158e-f78b-4e4d-aa5c-b1d0d46318d2" providerId="ADAL" clId="{6B7D66E2-C963-4A97-A402-B45C4C03E430}" dt="2023-04-21T06:02:16.360" v="497" actId="167"/>
          <ac:picMkLst>
            <pc:docMk/>
            <pc:sldMk cId="639582442" sldId="324"/>
            <ac:picMk id="14" creationId="{F98BF53A-061B-07EE-0302-ADCDDB8BCE9A}"/>
          </ac:picMkLst>
        </pc:picChg>
        <pc:picChg chg="ord">
          <ac:chgData name="이 동석" userId="a484158e-f78b-4e4d-aa5c-b1d0d46318d2" providerId="ADAL" clId="{6B7D66E2-C963-4A97-A402-B45C4C03E430}" dt="2023-04-21T06:02:16.360" v="497" actId="167"/>
          <ac:picMkLst>
            <pc:docMk/>
            <pc:sldMk cId="639582442" sldId="324"/>
            <ac:picMk id="25" creationId="{8A4D94F5-2153-D845-982F-0923DEFF5333}"/>
          </ac:picMkLst>
        </pc:picChg>
        <pc:picChg chg="ord">
          <ac:chgData name="이 동석" userId="a484158e-f78b-4e4d-aa5c-b1d0d46318d2" providerId="ADAL" clId="{6B7D66E2-C963-4A97-A402-B45C4C03E430}" dt="2023-04-21T06:02:16.360" v="497" actId="167"/>
          <ac:picMkLst>
            <pc:docMk/>
            <pc:sldMk cId="639582442" sldId="324"/>
            <ac:picMk id="34" creationId="{1D0908FA-B0E2-DA19-77F9-D17BFA2319CD}"/>
          </ac:picMkLst>
        </pc:picChg>
        <pc:picChg chg="ord">
          <ac:chgData name="이 동석" userId="a484158e-f78b-4e4d-aa5c-b1d0d46318d2" providerId="ADAL" clId="{6B7D66E2-C963-4A97-A402-B45C4C03E430}" dt="2023-04-21T06:02:16.360" v="497" actId="167"/>
          <ac:picMkLst>
            <pc:docMk/>
            <pc:sldMk cId="639582442" sldId="324"/>
            <ac:picMk id="35" creationId="{7E259F76-1FB3-A606-ED74-EB284FB377B2}"/>
          </ac:picMkLst>
        </pc:picChg>
        <pc:picChg chg="ord">
          <ac:chgData name="이 동석" userId="a484158e-f78b-4e4d-aa5c-b1d0d46318d2" providerId="ADAL" clId="{6B7D66E2-C963-4A97-A402-B45C4C03E430}" dt="2023-04-21T06:02:16.360" v="497" actId="167"/>
          <ac:picMkLst>
            <pc:docMk/>
            <pc:sldMk cId="639582442" sldId="324"/>
            <ac:picMk id="41" creationId="{E7BA930E-5944-B765-ABD1-4F941730A637}"/>
          </ac:picMkLst>
        </pc:picChg>
        <pc:picChg chg="ord">
          <ac:chgData name="이 동석" userId="a484158e-f78b-4e4d-aa5c-b1d0d46318d2" providerId="ADAL" clId="{6B7D66E2-C963-4A97-A402-B45C4C03E430}" dt="2023-04-21T06:02:16.360" v="497" actId="167"/>
          <ac:picMkLst>
            <pc:docMk/>
            <pc:sldMk cId="639582442" sldId="324"/>
            <ac:picMk id="50" creationId="{8544C282-7756-3C4A-C5BC-B938BB6FCE5A}"/>
          </ac:picMkLst>
        </pc:picChg>
        <pc:picChg chg="ord">
          <ac:chgData name="이 동석" userId="a484158e-f78b-4e4d-aa5c-b1d0d46318d2" providerId="ADAL" clId="{6B7D66E2-C963-4A97-A402-B45C4C03E430}" dt="2023-04-21T06:02:16.360" v="497" actId="167"/>
          <ac:picMkLst>
            <pc:docMk/>
            <pc:sldMk cId="639582442" sldId="324"/>
            <ac:picMk id="58" creationId="{5DF46751-4905-2190-44C9-6E51F2371B8E}"/>
          </ac:picMkLst>
        </pc:picChg>
        <pc:picChg chg="mod">
          <ac:chgData name="이 동석" userId="a484158e-f78b-4e4d-aa5c-b1d0d46318d2" providerId="ADAL" clId="{6B7D66E2-C963-4A97-A402-B45C4C03E430}" dt="2023-04-21T06:02:03.238" v="495" actId="166"/>
          <ac:picMkLst>
            <pc:docMk/>
            <pc:sldMk cId="639582442" sldId="324"/>
            <ac:picMk id="1034" creationId="{F28D6BD2-75A2-268B-7247-A3DBEBA9C4A5}"/>
          </ac:picMkLst>
        </pc:picChg>
      </pc:sldChg>
      <pc:sldChg chg="modSp mod">
        <pc:chgData name="이 동석" userId="a484158e-f78b-4e4d-aa5c-b1d0d46318d2" providerId="ADAL" clId="{6B7D66E2-C963-4A97-A402-B45C4C03E430}" dt="2023-04-21T05:58:46.117" v="463" actId="166"/>
        <pc:sldMkLst>
          <pc:docMk/>
          <pc:sldMk cId="1176545005" sldId="329"/>
        </pc:sldMkLst>
        <pc:spChg chg="ord">
          <ac:chgData name="이 동석" userId="a484158e-f78b-4e4d-aa5c-b1d0d46318d2" providerId="ADAL" clId="{6B7D66E2-C963-4A97-A402-B45C4C03E430}" dt="2023-04-21T05:58:46.117" v="463" actId="166"/>
          <ac:spMkLst>
            <pc:docMk/>
            <pc:sldMk cId="1176545005" sldId="329"/>
            <ac:spMk id="1024" creationId="{982D2C13-7EF7-6513-971E-DEB603BAF90A}"/>
          </ac:spMkLst>
        </pc:spChg>
        <pc:grpChg chg="ord">
          <ac:chgData name="이 동석" userId="a484158e-f78b-4e4d-aa5c-b1d0d46318d2" providerId="ADAL" clId="{6B7D66E2-C963-4A97-A402-B45C4C03E430}" dt="2023-04-21T05:58:46.117" v="463" actId="166"/>
          <ac:grpSpMkLst>
            <pc:docMk/>
            <pc:sldMk cId="1176545005" sldId="329"/>
            <ac:grpSpMk id="61" creationId="{7CC04F29-93F4-164C-E20A-84EC94CFC1C3}"/>
          </ac:grpSpMkLst>
        </pc:grpChg>
      </pc:sldChg>
      <pc:sldChg chg="modSp mod">
        <pc:chgData name="이 동석" userId="a484158e-f78b-4e4d-aa5c-b1d0d46318d2" providerId="ADAL" clId="{6B7D66E2-C963-4A97-A402-B45C4C03E430}" dt="2023-04-21T05:57:31.111" v="450" actId="167"/>
        <pc:sldMkLst>
          <pc:docMk/>
          <pc:sldMk cId="3639767725" sldId="330"/>
        </pc:sldMkLst>
        <pc:spChg chg="ord">
          <ac:chgData name="이 동석" userId="a484158e-f78b-4e4d-aa5c-b1d0d46318d2" providerId="ADAL" clId="{6B7D66E2-C963-4A97-A402-B45C4C03E430}" dt="2023-04-21T05:57:31.111" v="450" actId="167"/>
          <ac:spMkLst>
            <pc:docMk/>
            <pc:sldMk cId="3639767725" sldId="330"/>
            <ac:spMk id="1051" creationId="{925FE399-1D3E-7201-F53C-EDB95DF98EA8}"/>
          </ac:spMkLst>
        </pc:spChg>
        <pc:spChg chg="ord">
          <ac:chgData name="이 동석" userId="a484158e-f78b-4e4d-aa5c-b1d0d46318d2" providerId="ADAL" clId="{6B7D66E2-C963-4A97-A402-B45C4C03E430}" dt="2023-04-21T05:57:31.111" v="450" actId="167"/>
          <ac:spMkLst>
            <pc:docMk/>
            <pc:sldMk cId="3639767725" sldId="330"/>
            <ac:spMk id="1052" creationId="{ADBA92D8-13D8-B108-3427-556BF0E4EC60}"/>
          </ac:spMkLst>
        </pc:spChg>
        <pc:spChg chg="ord">
          <ac:chgData name="이 동석" userId="a484158e-f78b-4e4d-aa5c-b1d0d46318d2" providerId="ADAL" clId="{6B7D66E2-C963-4A97-A402-B45C4C03E430}" dt="2023-04-21T05:57:31.111" v="450" actId="167"/>
          <ac:spMkLst>
            <pc:docMk/>
            <pc:sldMk cId="3639767725" sldId="330"/>
            <ac:spMk id="1053" creationId="{E76730E7-C67C-D21A-659D-EFB890F2DAA8}"/>
          </ac:spMkLst>
        </pc:spChg>
        <pc:spChg chg="ord">
          <ac:chgData name="이 동석" userId="a484158e-f78b-4e4d-aa5c-b1d0d46318d2" providerId="ADAL" clId="{6B7D66E2-C963-4A97-A402-B45C4C03E430}" dt="2023-04-21T05:57:31.111" v="450" actId="167"/>
          <ac:spMkLst>
            <pc:docMk/>
            <pc:sldMk cId="3639767725" sldId="330"/>
            <ac:spMk id="1054" creationId="{B6FE3958-A1F8-09BF-A968-61AE6683AB63}"/>
          </ac:spMkLst>
        </pc:spChg>
        <pc:spChg chg="ord">
          <ac:chgData name="이 동석" userId="a484158e-f78b-4e4d-aa5c-b1d0d46318d2" providerId="ADAL" clId="{6B7D66E2-C963-4A97-A402-B45C4C03E430}" dt="2023-04-21T05:57:11.451" v="448" actId="167"/>
          <ac:spMkLst>
            <pc:docMk/>
            <pc:sldMk cId="3639767725" sldId="330"/>
            <ac:spMk id="1055" creationId="{A6C3069E-7B9A-F7C2-E2F4-D90F33A84CA5}"/>
          </ac:spMkLst>
        </pc:spChg>
        <pc:spChg chg="ord">
          <ac:chgData name="이 동석" userId="a484158e-f78b-4e4d-aa5c-b1d0d46318d2" providerId="ADAL" clId="{6B7D66E2-C963-4A97-A402-B45C4C03E430}" dt="2023-04-21T05:57:11.451" v="448" actId="167"/>
          <ac:spMkLst>
            <pc:docMk/>
            <pc:sldMk cId="3639767725" sldId="330"/>
            <ac:spMk id="1056" creationId="{B1FD5B95-C3E1-8409-7DBB-E5CC51715E24}"/>
          </ac:spMkLst>
        </pc:spChg>
        <pc:spChg chg="ord">
          <ac:chgData name="이 동석" userId="a484158e-f78b-4e4d-aa5c-b1d0d46318d2" providerId="ADAL" clId="{6B7D66E2-C963-4A97-A402-B45C4C03E430}" dt="2023-04-21T05:56:39.254" v="445" actId="167"/>
          <ac:spMkLst>
            <pc:docMk/>
            <pc:sldMk cId="3639767725" sldId="330"/>
            <ac:spMk id="1057" creationId="{979E77CA-94D2-0D10-3309-2CAC56B1CE57}"/>
          </ac:spMkLst>
        </pc:spChg>
        <pc:spChg chg="ord">
          <ac:chgData name="이 동석" userId="a484158e-f78b-4e4d-aa5c-b1d0d46318d2" providerId="ADAL" clId="{6B7D66E2-C963-4A97-A402-B45C4C03E430}" dt="2023-04-21T05:56:39.254" v="445" actId="167"/>
          <ac:spMkLst>
            <pc:docMk/>
            <pc:sldMk cId="3639767725" sldId="330"/>
            <ac:spMk id="1058" creationId="{086D7D52-D6FC-9EF8-7A87-305E5FE48D50}"/>
          </ac:spMkLst>
        </pc:spChg>
        <pc:spChg chg="ord">
          <ac:chgData name="이 동석" userId="a484158e-f78b-4e4d-aa5c-b1d0d46318d2" providerId="ADAL" clId="{6B7D66E2-C963-4A97-A402-B45C4C03E430}" dt="2023-04-21T05:56:39.254" v="445" actId="167"/>
          <ac:spMkLst>
            <pc:docMk/>
            <pc:sldMk cId="3639767725" sldId="330"/>
            <ac:spMk id="1059" creationId="{A63CE2E5-1B87-0755-75DA-15C3FF7BE520}"/>
          </ac:spMkLst>
        </pc:spChg>
        <pc:spChg chg="ord">
          <ac:chgData name="이 동석" userId="a484158e-f78b-4e4d-aa5c-b1d0d46318d2" providerId="ADAL" clId="{6B7D66E2-C963-4A97-A402-B45C4C03E430}" dt="2023-04-21T05:56:39.254" v="445" actId="167"/>
          <ac:spMkLst>
            <pc:docMk/>
            <pc:sldMk cId="3639767725" sldId="330"/>
            <ac:spMk id="1060" creationId="{22DE0A62-D82F-253C-9DD6-91BD3E45FFDB}"/>
          </ac:spMkLst>
        </pc:spChg>
        <pc:spChg chg="ord">
          <ac:chgData name="이 동석" userId="a484158e-f78b-4e4d-aa5c-b1d0d46318d2" providerId="ADAL" clId="{6B7D66E2-C963-4A97-A402-B45C4C03E430}" dt="2023-04-21T05:57:00.635" v="447" actId="167"/>
          <ac:spMkLst>
            <pc:docMk/>
            <pc:sldMk cId="3639767725" sldId="330"/>
            <ac:spMk id="1066" creationId="{03A723C8-685D-ECD9-43C6-7D1B03702A78}"/>
          </ac:spMkLst>
        </pc:spChg>
      </pc:sldChg>
      <pc:sldChg chg="addSp delSp modSp mod">
        <pc:chgData name="이 동석" userId="a484158e-f78b-4e4d-aa5c-b1d0d46318d2" providerId="ADAL" clId="{6B7D66E2-C963-4A97-A402-B45C4C03E430}" dt="2023-04-21T06:29:02.223" v="577" actId="167"/>
        <pc:sldMkLst>
          <pc:docMk/>
          <pc:sldMk cId="644896333" sldId="331"/>
        </pc:sldMkLst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8" creationId="{4E8C4637-C6EE-8502-B0BC-9AD845D5FBC2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9" creationId="{4927EBEC-3E59-DCE6-731E-D8895F87B032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10" creationId="{A355907B-2CD3-6161-B9B8-94995518B890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24" creationId="{738B6070-BE4B-EB63-0998-C3C7F6601E9D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31" creationId="{DA066FBA-37E9-14DF-72E1-25A2A046DBE7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33" creationId="{21E65670-22DB-068E-7798-8883EF5B1A4B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34" creationId="{BE3A4FC6-0BB2-5000-E224-394581ED35D2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38" creationId="{7819471C-1452-B5FC-2992-23B4D83A3D29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39" creationId="{C7102097-02F9-4F83-D020-B796CDBEDDFC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46" creationId="{BD877EA9-AA77-6387-CDDE-BD68DD701B16}"/>
          </ac:spMkLst>
        </pc:spChg>
        <pc:spChg chg="ord">
          <ac:chgData name="이 동석" userId="a484158e-f78b-4e4d-aa5c-b1d0d46318d2" providerId="ADAL" clId="{6B7D66E2-C963-4A97-A402-B45C4C03E430}" dt="2023-04-21T06:01:44.715" v="492" actId="166"/>
          <ac:spMkLst>
            <pc:docMk/>
            <pc:sldMk cId="644896333" sldId="331"/>
            <ac:spMk id="49" creationId="{AF9E291C-5F2E-6E9F-FB8C-CEFEAD7CD8C8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51" creationId="{7CF2D4D2-61F5-E32C-A237-011FC3368B3A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52" creationId="{991972ED-9592-8A07-829F-2CC6654940AA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53" creationId="{82F1E6DC-5B9C-246F-287C-B80EDB28CBE6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54" creationId="{F2F83875-AF8A-E906-E920-2F269A2C8F62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55" creationId="{9A075FCF-0342-E6EC-4D75-04C9343EB503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56" creationId="{378F3F24-7F90-063D-B055-59E9679386EF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57" creationId="{6FD84186-BF32-A37F-182E-61E7A32DE52B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58" creationId="{C320F1BD-70E5-3968-B284-2B7A89F82D51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59" creationId="{C0EE7897-040F-AE76-7B98-BF4FF5611DC3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60" creationId="{4B8EF86D-3BED-1886-BA7F-CA3E8DEB221C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61" creationId="{DFEBE615-14ED-E5B9-27AB-D00D44B97265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62" creationId="{E745225D-D180-9CBF-7F8A-0F48B732320A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63" creationId="{8A361851-4983-B0D2-A194-FD4064363670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1024" creationId="{3B602C86-CD77-8874-5289-0086707ABEE1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1025" creationId="{B1DD6183-1031-BC4F-A555-8C067B572D7D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1027" creationId="{22464D27-6E74-7513-1674-5498909843FA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1028" creationId="{EB955CA0-58A0-0399-3BDB-A3E89F7F5ACA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1029" creationId="{52191572-2945-9DAE-F056-F3BFFBE6D711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1030" creationId="{D9CDA214-5BBE-CEC7-6BE1-143C61AFA7B3}"/>
          </ac:spMkLst>
        </pc:spChg>
        <pc:spChg chg="mod ord">
          <ac:chgData name="이 동석" userId="a484158e-f78b-4e4d-aa5c-b1d0d46318d2" providerId="ADAL" clId="{6B7D66E2-C963-4A97-A402-B45C4C03E430}" dt="2023-04-21T06:28:15.856" v="564" actId="164"/>
          <ac:spMkLst>
            <pc:docMk/>
            <pc:sldMk cId="644896333" sldId="331"/>
            <ac:spMk id="1031" creationId="{2A86F4F5-13A4-153C-E2E7-22C966A25580}"/>
          </ac:spMkLst>
        </pc:spChg>
        <pc:spChg chg="add del mod ord">
          <ac:chgData name="이 동석" userId="a484158e-f78b-4e4d-aa5c-b1d0d46318d2" providerId="ADAL" clId="{6B7D66E2-C963-4A97-A402-B45C4C03E430}" dt="2023-04-21T06:27:41.040" v="559" actId="478"/>
          <ac:spMkLst>
            <pc:docMk/>
            <pc:sldMk cId="644896333" sldId="331"/>
            <ac:spMk id="1032" creationId="{F1E58DF8-B030-B622-18F7-17D3BFD00FDC}"/>
          </ac:spMkLst>
        </pc:spChg>
        <pc:spChg chg="add del mod ord">
          <ac:chgData name="이 동석" userId="a484158e-f78b-4e4d-aa5c-b1d0d46318d2" providerId="ADAL" clId="{6B7D66E2-C963-4A97-A402-B45C4C03E430}" dt="2023-04-21T06:27:41.448" v="560" actId="478"/>
          <ac:spMkLst>
            <pc:docMk/>
            <pc:sldMk cId="644896333" sldId="331"/>
            <ac:spMk id="1033" creationId="{22DBD67B-132D-B2C5-2BA7-10A51664FA65}"/>
          </ac:spMkLst>
        </pc:spChg>
        <pc:spChg chg="add mod ord">
          <ac:chgData name="이 동석" userId="a484158e-f78b-4e4d-aa5c-b1d0d46318d2" providerId="ADAL" clId="{6B7D66E2-C963-4A97-A402-B45C4C03E430}" dt="2023-04-21T06:01:44.179" v="491" actId="167"/>
          <ac:spMkLst>
            <pc:docMk/>
            <pc:sldMk cId="644896333" sldId="331"/>
            <ac:spMk id="1035" creationId="{BA7D3F59-03DA-49DE-9631-3D6995DA33A1}"/>
          </ac:spMkLst>
        </pc:spChg>
        <pc:spChg chg="add mod ord">
          <ac:chgData name="이 동석" userId="a484158e-f78b-4e4d-aa5c-b1d0d46318d2" providerId="ADAL" clId="{6B7D66E2-C963-4A97-A402-B45C4C03E430}" dt="2023-04-21T06:01:44.179" v="491" actId="167"/>
          <ac:spMkLst>
            <pc:docMk/>
            <pc:sldMk cId="644896333" sldId="331"/>
            <ac:spMk id="1036" creationId="{EB65EF57-1772-A9D9-AC3B-339E148B4AA2}"/>
          </ac:spMkLst>
        </pc:spChg>
        <pc:spChg chg="add mod ord">
          <ac:chgData name="이 동석" userId="a484158e-f78b-4e4d-aa5c-b1d0d46318d2" providerId="ADAL" clId="{6B7D66E2-C963-4A97-A402-B45C4C03E430}" dt="2023-04-21T06:01:44.179" v="491" actId="167"/>
          <ac:spMkLst>
            <pc:docMk/>
            <pc:sldMk cId="644896333" sldId="331"/>
            <ac:spMk id="1037" creationId="{AD7B4354-8F30-2C6B-7A63-75DE45660029}"/>
          </ac:spMkLst>
        </pc:spChg>
        <pc:spChg chg="add mod ord">
          <ac:chgData name="이 동석" userId="a484158e-f78b-4e4d-aa5c-b1d0d46318d2" providerId="ADAL" clId="{6B7D66E2-C963-4A97-A402-B45C4C03E430}" dt="2023-04-21T06:01:44.179" v="491" actId="167"/>
          <ac:spMkLst>
            <pc:docMk/>
            <pc:sldMk cId="644896333" sldId="331"/>
            <ac:spMk id="1038" creationId="{2C7C6D32-B680-21B1-004A-F51F9B496F94}"/>
          </ac:spMkLst>
        </pc:spChg>
        <pc:spChg chg="add mod ord">
          <ac:chgData name="이 동석" userId="a484158e-f78b-4e4d-aa5c-b1d0d46318d2" providerId="ADAL" clId="{6B7D66E2-C963-4A97-A402-B45C4C03E430}" dt="2023-04-21T06:01:44.179" v="491" actId="167"/>
          <ac:spMkLst>
            <pc:docMk/>
            <pc:sldMk cId="644896333" sldId="331"/>
            <ac:spMk id="1039" creationId="{4DF8B332-B064-1CF9-1F4E-2592FF3ED664}"/>
          </ac:spMkLst>
        </pc:spChg>
        <pc:spChg chg="add del mod ord">
          <ac:chgData name="이 동석" userId="a484158e-f78b-4e4d-aa5c-b1d0d46318d2" providerId="ADAL" clId="{6B7D66E2-C963-4A97-A402-B45C4C03E430}" dt="2023-04-21T06:28:02.670" v="563" actId="478"/>
          <ac:spMkLst>
            <pc:docMk/>
            <pc:sldMk cId="644896333" sldId="331"/>
            <ac:spMk id="1040" creationId="{EA91613A-A481-2398-B784-27FBCF640E4A}"/>
          </ac:spMkLst>
        </pc:spChg>
        <pc:spChg chg="add del mod ord">
          <ac:chgData name="이 동석" userId="a484158e-f78b-4e4d-aa5c-b1d0d46318d2" providerId="ADAL" clId="{6B7D66E2-C963-4A97-A402-B45C4C03E430}" dt="2023-04-21T06:28:02.670" v="563" actId="478"/>
          <ac:spMkLst>
            <pc:docMk/>
            <pc:sldMk cId="644896333" sldId="331"/>
            <ac:spMk id="1041" creationId="{EDB6D8E3-4605-525A-64E8-D0AB3BDB8170}"/>
          </ac:spMkLst>
        </pc:spChg>
        <pc:spChg chg="add del mod ord">
          <ac:chgData name="이 동석" userId="a484158e-f78b-4e4d-aa5c-b1d0d46318d2" providerId="ADAL" clId="{6B7D66E2-C963-4A97-A402-B45C4C03E430}" dt="2023-04-21T06:28:02.670" v="563" actId="478"/>
          <ac:spMkLst>
            <pc:docMk/>
            <pc:sldMk cId="644896333" sldId="331"/>
            <ac:spMk id="1042" creationId="{093C0AA2-5066-1D5E-D48B-1EF415A1245C}"/>
          </ac:spMkLst>
        </pc:spChg>
        <pc:spChg chg="add del mod ord">
          <ac:chgData name="이 동석" userId="a484158e-f78b-4e4d-aa5c-b1d0d46318d2" providerId="ADAL" clId="{6B7D66E2-C963-4A97-A402-B45C4C03E430}" dt="2023-04-21T06:28:02.670" v="563" actId="478"/>
          <ac:spMkLst>
            <pc:docMk/>
            <pc:sldMk cId="644896333" sldId="331"/>
            <ac:spMk id="1043" creationId="{D9264835-C164-FB0F-D116-3CFEB88F2A87}"/>
          </ac:spMkLst>
        </pc:spChg>
        <pc:spChg chg="add del mod ord">
          <ac:chgData name="이 동석" userId="a484158e-f78b-4e4d-aa5c-b1d0d46318d2" providerId="ADAL" clId="{6B7D66E2-C963-4A97-A402-B45C4C03E430}" dt="2023-04-21T06:28:02.670" v="563" actId="478"/>
          <ac:spMkLst>
            <pc:docMk/>
            <pc:sldMk cId="644896333" sldId="331"/>
            <ac:spMk id="1045" creationId="{F8FF3B5D-DDBF-35C1-48CA-31F63A284AFE}"/>
          </ac:spMkLst>
        </pc:spChg>
        <pc:spChg chg="add del mod ord">
          <ac:chgData name="이 동석" userId="a484158e-f78b-4e4d-aa5c-b1d0d46318d2" providerId="ADAL" clId="{6B7D66E2-C963-4A97-A402-B45C4C03E430}" dt="2023-04-21T06:28:02.670" v="563" actId="478"/>
          <ac:spMkLst>
            <pc:docMk/>
            <pc:sldMk cId="644896333" sldId="331"/>
            <ac:spMk id="1046" creationId="{2573A4BF-785D-34E7-3C62-98E42B70FBE6}"/>
          </ac:spMkLst>
        </pc:spChg>
        <pc:spChg chg="add del mod ord">
          <ac:chgData name="이 동석" userId="a484158e-f78b-4e4d-aa5c-b1d0d46318d2" providerId="ADAL" clId="{6B7D66E2-C963-4A97-A402-B45C4C03E430}" dt="2023-04-21T06:27:56.702" v="562" actId="478"/>
          <ac:spMkLst>
            <pc:docMk/>
            <pc:sldMk cId="644896333" sldId="331"/>
            <ac:spMk id="1047" creationId="{CA776212-3F4A-E376-5869-C6D80BE0818D}"/>
          </ac:spMkLst>
        </pc:spChg>
        <pc:spChg chg="add del mod ord">
          <ac:chgData name="이 동석" userId="a484158e-f78b-4e4d-aa5c-b1d0d46318d2" providerId="ADAL" clId="{6B7D66E2-C963-4A97-A402-B45C4C03E430}" dt="2023-04-21T06:28:02.670" v="563" actId="478"/>
          <ac:spMkLst>
            <pc:docMk/>
            <pc:sldMk cId="644896333" sldId="331"/>
            <ac:spMk id="1048" creationId="{D1FCABEF-9B48-C7CE-C304-61B9F9643108}"/>
          </ac:spMkLst>
        </pc:spChg>
        <pc:spChg chg="add del mod ord">
          <ac:chgData name="이 동석" userId="a484158e-f78b-4e4d-aa5c-b1d0d46318d2" providerId="ADAL" clId="{6B7D66E2-C963-4A97-A402-B45C4C03E430}" dt="2023-04-21T06:27:40.639" v="558" actId="478"/>
          <ac:spMkLst>
            <pc:docMk/>
            <pc:sldMk cId="644896333" sldId="331"/>
            <ac:spMk id="1049" creationId="{6744344E-B07F-3F7D-5083-8322D6F73DD2}"/>
          </ac:spMkLst>
        </pc:spChg>
        <pc:spChg chg="add mod ord">
          <ac:chgData name="이 동석" userId="a484158e-f78b-4e4d-aa5c-b1d0d46318d2" providerId="ADAL" clId="{6B7D66E2-C963-4A97-A402-B45C4C03E430}" dt="2023-04-21T06:01:44.179" v="491" actId="167"/>
          <ac:spMkLst>
            <pc:docMk/>
            <pc:sldMk cId="644896333" sldId="331"/>
            <ac:spMk id="1050" creationId="{4BA129E0-F5D0-3CEB-85F7-02658D75B7C7}"/>
          </ac:spMkLst>
        </pc:spChg>
        <pc:spChg chg="add mod ord">
          <ac:chgData name="이 동석" userId="a484158e-f78b-4e4d-aa5c-b1d0d46318d2" providerId="ADAL" clId="{6B7D66E2-C963-4A97-A402-B45C4C03E430}" dt="2023-04-21T06:01:44.179" v="491" actId="167"/>
          <ac:spMkLst>
            <pc:docMk/>
            <pc:sldMk cId="644896333" sldId="331"/>
            <ac:spMk id="1051" creationId="{E80ECE58-3410-2519-4EFA-60223E01E084}"/>
          </ac:spMkLst>
        </pc:spChg>
        <pc:spChg chg="add del mod ord">
          <ac:chgData name="이 동석" userId="a484158e-f78b-4e4d-aa5c-b1d0d46318d2" providerId="ADAL" clId="{6B7D66E2-C963-4A97-A402-B45C4C03E430}" dt="2023-04-21T06:27:40.346" v="557" actId="478"/>
          <ac:spMkLst>
            <pc:docMk/>
            <pc:sldMk cId="644896333" sldId="331"/>
            <ac:spMk id="1052" creationId="{D29FA10D-ADEE-9B93-3343-519C3A3A322D}"/>
          </ac:spMkLst>
        </pc:spChg>
        <pc:spChg chg="add del mod ord">
          <ac:chgData name="이 동석" userId="a484158e-f78b-4e4d-aa5c-b1d0d46318d2" providerId="ADAL" clId="{6B7D66E2-C963-4A97-A402-B45C4C03E430}" dt="2023-04-21T06:27:39.662" v="556" actId="478"/>
          <ac:spMkLst>
            <pc:docMk/>
            <pc:sldMk cId="644896333" sldId="331"/>
            <ac:spMk id="1053" creationId="{EE4CD5C7-3CAD-FEF6-13EA-C86EF0EDBF17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54" creationId="{5AE55ACD-744F-D8DD-A57F-0B8B7279C43F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55" creationId="{E54EA841-4566-0EF7-2B41-22FC78784088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56" creationId="{FFD27593-137E-914E-336A-24C9C1B5398B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57" creationId="{9C784E31-DC48-FF6A-DA6D-2676138EDB95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58" creationId="{B445CAB3-D4BB-411C-5870-3FF70BE0E13F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59" creationId="{775E9354-6CB6-0ACB-B91B-7555B106658C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60" creationId="{34EC6985-94E0-9144-0AB7-59AEE6B33D2F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61" creationId="{2CFDCD08-014D-6051-F223-F19D50F227F0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62" creationId="{63A7AAAC-10F8-3EA1-4F6C-A85F6DAF3B9D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63" creationId="{83E9264E-9151-0E59-FE29-6A9EA58CA8C1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64" creationId="{9C80DA94-62F2-18E2-2C4F-C27AD49DE867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65" creationId="{87A2F0F0-5E61-3979-90DA-214AB4CD413B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66" creationId="{2B4B51DB-3FC8-9AF7-ED4D-8BB264510312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67" creationId="{D75D6092-53A4-18F1-FF92-19B5ACB1A627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68" creationId="{083345FE-C15E-5354-C306-D2B4EC29C21C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69" creationId="{9C99DF18-1B7C-56E4-7AA8-3F05DA73D721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70" creationId="{80A9F68E-7615-0703-BBEE-47DFBAE5EBC6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71" creationId="{00E4AF16-184C-79B0-6F4D-3B3BBAB474AD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72" creationId="{E7BC7780-0400-B40D-5919-15DFB12F807C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73" creationId="{2EEDB08C-A7CE-1266-5DB8-A04C1515432C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74" creationId="{408DA985-A43E-334D-39AA-E5EAA02CCFB1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75" creationId="{75E4DBBE-3B0E-7572-C52D-747515DC1D9C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76" creationId="{FF20E57F-770B-66E2-01E0-3EDC269B6A22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77" creationId="{D4718191-4ADB-D9FA-2FD9-983168E7B645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78" creationId="{D7219046-9502-D9AC-2723-9EDB792376C2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79" creationId="{B814D47D-B091-8212-BF79-D65F3DA78B35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80" creationId="{217F1227-BFE7-B659-2AF0-296ED015A241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81" creationId="{378C642A-FA59-A4FE-C7E9-EDD1E2B1648C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82" creationId="{BD1737CA-7193-60C1-E83C-3FAEA33EBEF9}"/>
          </ac:spMkLst>
        </pc:spChg>
        <pc:spChg chg="add del mod">
          <ac:chgData name="이 동석" userId="a484158e-f78b-4e4d-aa5c-b1d0d46318d2" providerId="ADAL" clId="{6B7D66E2-C963-4A97-A402-B45C4C03E430}" dt="2023-04-21T06:25:07.243" v="513"/>
          <ac:spMkLst>
            <pc:docMk/>
            <pc:sldMk cId="644896333" sldId="331"/>
            <ac:spMk id="1083" creationId="{E9E86C53-B4ED-0EEB-D0ED-85C98A17AB92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88" creationId="{D8EAEF70-DD96-AC9E-8410-667433753F7C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89" creationId="{1A1DE446-1AAF-3623-C5AC-FE730A51F759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90" creationId="{3A617938-4B28-F47D-CAAF-7F7F39E85462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91" creationId="{BADA029E-6B84-3337-9B52-724268F8DFAF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92" creationId="{F7865051-5B95-E488-2B39-7D443A3DFD94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93" creationId="{E26AD44E-DC4B-887C-7652-BFE2B7602FEE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94" creationId="{A7F67CED-22D4-9176-278C-CF81EEEEE2BE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95" creationId="{122D04C3-D2D1-23C2-BEB5-3152935BEAF1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96" creationId="{C71C7A29-F81A-A80B-199B-A6D0C626674B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97" creationId="{57B90975-312B-A46C-0F80-25770E1F1ACC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98" creationId="{3ECB2803-68FD-430B-C17B-8C7C799744F1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099" creationId="{7A6790ED-027D-FA4B-AE8D-DAFABC0E0ABF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100" creationId="{C670EF15-DC91-D7C2-2333-FA24FA7D7B1A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101" creationId="{E642BDF7-8D03-58FB-016E-96F864F82AD8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102" creationId="{1A545F4E-E1C2-A153-26AA-8B1C445C9DCA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103" creationId="{3B3B8E9C-25B9-07CF-88A3-A9CD96AC4EA9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104" creationId="{E250B859-B39D-7E8C-E489-16BC6882A576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105" creationId="{3E8A137D-3533-BB20-F0EC-0078B337FDC6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106" creationId="{93CEBF93-E4AA-1FC8-A13C-D6D8F19E9275}"/>
          </ac:spMkLst>
        </pc:spChg>
        <pc:spChg chg="mod">
          <ac:chgData name="이 동석" userId="a484158e-f78b-4e4d-aa5c-b1d0d46318d2" providerId="ADAL" clId="{6B7D66E2-C963-4A97-A402-B45C4C03E430}" dt="2023-04-21T06:28:58.632" v="575"/>
          <ac:spMkLst>
            <pc:docMk/>
            <pc:sldMk cId="644896333" sldId="331"/>
            <ac:spMk id="1107" creationId="{8CEC4558-1751-7389-3B9E-754E92DB6229}"/>
          </ac:spMkLst>
        </pc:spChg>
        <pc:grpChg chg="add mod">
          <ac:chgData name="이 동석" userId="a484158e-f78b-4e4d-aa5c-b1d0d46318d2" providerId="ADAL" clId="{6B7D66E2-C963-4A97-A402-B45C4C03E430}" dt="2023-04-21T06:28:15.856" v="564" actId="164"/>
          <ac:grpSpMkLst>
            <pc:docMk/>
            <pc:sldMk cId="644896333" sldId="331"/>
            <ac:grpSpMk id="1084" creationId="{9F84F086-71EE-637B-DFE7-1C36B811FF01}"/>
          </ac:grpSpMkLst>
        </pc:grpChg>
        <pc:grpChg chg="add mod ord">
          <ac:chgData name="이 동석" userId="a484158e-f78b-4e4d-aa5c-b1d0d46318d2" providerId="ADAL" clId="{6B7D66E2-C963-4A97-A402-B45C4C03E430}" dt="2023-04-21T06:29:02.223" v="577" actId="167"/>
          <ac:grpSpMkLst>
            <pc:docMk/>
            <pc:sldMk cId="644896333" sldId="331"/>
            <ac:grpSpMk id="1087" creationId="{CAD6C385-FF51-7265-CA14-57C179EE8324}"/>
          </ac:grpSpMkLst>
        </pc:grpChg>
        <pc:picChg chg="del">
          <ac:chgData name="이 동석" userId="a484158e-f78b-4e4d-aa5c-b1d0d46318d2" providerId="ADAL" clId="{6B7D66E2-C963-4A97-A402-B45C4C03E430}" dt="2023-04-21T06:00:35.156" v="467" actId="478"/>
          <ac:picMkLst>
            <pc:docMk/>
            <pc:sldMk cId="644896333" sldId="331"/>
            <ac:picMk id="11" creationId="{B123560D-023A-7701-D8A0-442629368136}"/>
          </ac:picMkLst>
        </pc:picChg>
        <pc:picChg chg="mod ord">
          <ac:chgData name="이 동석" userId="a484158e-f78b-4e4d-aa5c-b1d0d46318d2" providerId="ADAL" clId="{6B7D66E2-C963-4A97-A402-B45C4C03E430}" dt="2023-04-21T06:27:50.356" v="561" actId="167"/>
          <ac:picMkLst>
            <pc:docMk/>
            <pc:sldMk cId="644896333" sldId="331"/>
            <ac:picMk id="25" creationId="{860D8506-AFD9-13E2-706D-8C171D120BF3}"/>
          </ac:picMkLst>
        </pc:picChg>
        <pc:picChg chg="ord">
          <ac:chgData name="이 동석" userId="a484158e-f78b-4e4d-aa5c-b1d0d46318d2" providerId="ADAL" clId="{6B7D66E2-C963-4A97-A402-B45C4C03E430}" dt="2023-04-21T06:27:50.356" v="561" actId="167"/>
          <ac:picMkLst>
            <pc:docMk/>
            <pc:sldMk cId="644896333" sldId="331"/>
            <ac:picMk id="32" creationId="{97E90BD5-744C-ACFD-074B-0EAE70E54E99}"/>
          </ac:picMkLst>
        </pc:picChg>
        <pc:picChg chg="ord">
          <ac:chgData name="이 동석" userId="a484158e-f78b-4e4d-aa5c-b1d0d46318d2" providerId="ADAL" clId="{6B7D66E2-C963-4A97-A402-B45C4C03E430}" dt="2023-04-21T06:27:50.356" v="561" actId="167"/>
          <ac:picMkLst>
            <pc:docMk/>
            <pc:sldMk cId="644896333" sldId="331"/>
            <ac:picMk id="35" creationId="{AC0E8C7C-6560-B2BE-3584-4370156A9661}"/>
          </ac:picMkLst>
        </pc:picChg>
        <pc:picChg chg="ord">
          <ac:chgData name="이 동석" userId="a484158e-f78b-4e4d-aa5c-b1d0d46318d2" providerId="ADAL" clId="{6B7D66E2-C963-4A97-A402-B45C4C03E430}" dt="2023-04-21T06:27:50.356" v="561" actId="167"/>
          <ac:picMkLst>
            <pc:docMk/>
            <pc:sldMk cId="644896333" sldId="331"/>
            <ac:picMk id="36" creationId="{814F0EEB-FB9D-5F33-B8CB-70018DE2E4E6}"/>
          </ac:picMkLst>
        </pc:picChg>
        <pc:picChg chg="ord">
          <ac:chgData name="이 동석" userId="a484158e-f78b-4e4d-aa5c-b1d0d46318d2" providerId="ADAL" clId="{6B7D66E2-C963-4A97-A402-B45C4C03E430}" dt="2023-04-21T06:27:50.356" v="561" actId="167"/>
          <ac:picMkLst>
            <pc:docMk/>
            <pc:sldMk cId="644896333" sldId="331"/>
            <ac:picMk id="37" creationId="{32A40972-F6EF-34E6-2DE9-A654E626DAB2}"/>
          </ac:picMkLst>
        </pc:picChg>
        <pc:picChg chg="ord">
          <ac:chgData name="이 동석" userId="a484158e-f78b-4e4d-aa5c-b1d0d46318d2" providerId="ADAL" clId="{6B7D66E2-C963-4A97-A402-B45C4C03E430}" dt="2023-04-21T06:27:50.356" v="561" actId="167"/>
          <ac:picMkLst>
            <pc:docMk/>
            <pc:sldMk cId="644896333" sldId="331"/>
            <ac:picMk id="41" creationId="{3A58B961-7527-638C-0F03-E2C064CCDAEE}"/>
          </ac:picMkLst>
        </pc:picChg>
        <pc:picChg chg="ord">
          <ac:chgData name="이 동석" userId="a484158e-f78b-4e4d-aa5c-b1d0d46318d2" providerId="ADAL" clId="{6B7D66E2-C963-4A97-A402-B45C4C03E430}" dt="2023-04-21T06:27:50.356" v="561" actId="167"/>
          <ac:picMkLst>
            <pc:docMk/>
            <pc:sldMk cId="644896333" sldId="331"/>
            <ac:picMk id="45" creationId="{7FFA6B04-BCBA-D476-6FE2-BDF51343A415}"/>
          </ac:picMkLst>
        </pc:picChg>
        <pc:picChg chg="mod">
          <ac:chgData name="이 동석" userId="a484158e-f78b-4e4d-aa5c-b1d0d46318d2" providerId="ADAL" clId="{6B7D66E2-C963-4A97-A402-B45C4C03E430}" dt="2023-04-21T06:01:28.271" v="481" actId="166"/>
          <ac:picMkLst>
            <pc:docMk/>
            <pc:sldMk cId="644896333" sldId="331"/>
            <ac:picMk id="1034" creationId="{F28D6BD2-75A2-268B-7247-A3DBEBA9C4A5}"/>
          </ac:picMkLst>
        </pc:picChg>
        <pc:picChg chg="add mod">
          <ac:chgData name="이 동석" userId="a484158e-f78b-4e4d-aa5c-b1d0d46318d2" providerId="ADAL" clId="{6B7D66E2-C963-4A97-A402-B45C4C03E430}" dt="2023-04-21T06:28:46.513" v="573" actId="167"/>
          <ac:picMkLst>
            <pc:docMk/>
            <pc:sldMk cId="644896333" sldId="331"/>
            <ac:picMk id="1085" creationId="{04FC98C9-4D08-EC4D-0F7F-0827FE651CC0}"/>
          </ac:picMkLst>
        </pc:picChg>
        <pc:picChg chg="add mod">
          <ac:chgData name="이 동석" userId="a484158e-f78b-4e4d-aa5c-b1d0d46318d2" providerId="ADAL" clId="{6B7D66E2-C963-4A97-A402-B45C4C03E430}" dt="2023-04-21T06:28:46.513" v="573" actId="167"/>
          <ac:picMkLst>
            <pc:docMk/>
            <pc:sldMk cId="644896333" sldId="331"/>
            <ac:picMk id="1086" creationId="{161D01E2-A511-AEFF-234B-EA7DB69CADA2}"/>
          </ac:picMkLst>
        </pc:picChg>
      </pc:sldChg>
      <pc:sldChg chg="addSp modSp mod">
        <pc:chgData name="이 동석" userId="a484158e-f78b-4e4d-aa5c-b1d0d46318d2" providerId="ADAL" clId="{6B7D66E2-C963-4A97-A402-B45C4C03E430}" dt="2023-04-21T06:29:21.617" v="584" actId="167"/>
        <pc:sldMkLst>
          <pc:docMk/>
          <pc:sldMk cId="1225369496" sldId="332"/>
        </pc:sldMkLst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3" creationId="{52FB67F5-6E6D-6BBD-9180-66A9A99476E6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4" creationId="{15CFB495-D221-8E38-9CEA-44A0E2E8005F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5" creationId="{E80624EF-3146-0A94-4065-4AEC094F5316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6" creationId="{A500DCE3-7FD7-B975-1274-EFB2576AE412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8" creationId="{01F7EA09-15AD-1BA3-3832-54CBAAC8EBD6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9" creationId="{51C471CA-CB63-770A-A79B-EEF7198E89DA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10" creationId="{1D29C505-019B-AE8C-5B91-54773AFE677C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12" creationId="{81FDB653-907E-FE82-2DF8-3B056704BB32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13" creationId="{60DFDD2E-BC24-C60B-388C-53587408067A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14" creationId="{2F435ECA-B01C-02DA-EBC3-0E377D9EB41B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17" creationId="{990376D4-B3D6-5ABD-F232-E75AC640570B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20" creationId="{64ADD9AB-6AFC-B6A3-2855-C310A697E848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21" creationId="{27B48A71-70D4-128A-9534-D37980F1A8F7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22" creationId="{363D1256-2A82-908E-F83A-7462504F0D3E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23" creationId="{9BF7F9B5-FC03-7B7D-BF09-A3ED8D11B691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24" creationId="{2B684F8A-257A-2ECE-75B2-1C982486CE6A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31" creationId="{E9B699BE-9465-FE98-F3AE-3431E8626FCF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33" creationId="{D6831F4D-5CFB-3190-FCBB-D0E61A64720C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34" creationId="{B8A27C04-39F0-1D55-80F3-2E54ADE67899}"/>
          </ac:spMkLst>
        </pc:spChg>
        <pc:spChg chg="mod ord">
          <ac:chgData name="이 동석" userId="a484158e-f78b-4e4d-aa5c-b1d0d46318d2" providerId="ADAL" clId="{6B7D66E2-C963-4A97-A402-B45C4C03E430}" dt="2023-04-21T06:28:56.711" v="574" actId="164"/>
          <ac:spMkLst>
            <pc:docMk/>
            <pc:sldMk cId="1225369496" sldId="332"/>
            <ac:spMk id="38" creationId="{8E215F3B-AB70-1A47-A2B5-251F8BA6AF4E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51" creationId="{E45474DE-5A80-278E-2B99-DD86745BFF57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52" creationId="{2532A5FB-B47F-F3C1-9415-97BF40839F0C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53" creationId="{98016A64-4559-DFC5-A16C-6139F2177E35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54" creationId="{72AFF716-A506-B18B-253C-E0590BD3B75B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55" creationId="{421F3389-D46A-963E-60A0-7A237DD9E199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56" creationId="{D661D5AF-A560-2D5F-1B6C-940EF29D1195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57" creationId="{1A88ADFC-175C-9881-81B1-64D2D02B43C6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58" creationId="{50455952-5CFC-EAC3-7CC3-EF9AD8E4B7E7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59" creationId="{42B5150E-C90D-99BC-9E66-B4424ADED44D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60" creationId="{165128AC-B1DE-0026-86A5-267F37C3BC71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61" creationId="{17692201-13D9-FB0A-AC45-E970DF213E0A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62" creationId="{E3C90C62-C771-856F-E269-3F1AFA23693F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63" creationId="{FD65488B-44A2-EB1C-2FD4-3EEAE071BB55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24" creationId="{BFE21BAD-AB52-023E-56E6-AC5648B1A51D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25" creationId="{B859A5DF-F5D5-2994-C6D1-1920B231D8E3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26" creationId="{93678252-CE9C-6FBF-4D8D-BBC5530DB3B1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27" creationId="{372EA4CF-5C2E-07D7-8FF7-0B3A975C3258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28" creationId="{5280DB6F-760E-A810-9EB2-1251E9D71D46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29" creationId="{781EEE6E-DCFB-487D-3219-E725A5DB9C59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30" creationId="{9D317024-6425-16EB-A972-0A736F4DEC6D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31" creationId="{12788D0E-5359-90EC-C9E7-F7B39EF7454D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32" creationId="{46FA3540-9C6A-2F5A-F6E4-FDC8A1C4187C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33" creationId="{5593795E-0982-32A1-8F0B-A1B1C507665F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35" creationId="{92D1ECEA-9323-279F-EAE9-58CACBD976A9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36" creationId="{4919EAF9-498A-5992-8C1D-8825EA441B4B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37" creationId="{22E6B0CD-0015-A59D-D2BE-4BCCA6E7DFA5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38" creationId="{FF70B029-2FC0-1B2C-9B51-3218F5D9613F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39" creationId="{AE473E51-5504-5A57-02D6-8A1AEC1BB84C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40" creationId="{A89CE71C-B9BB-94B8-0FC3-84CBA472BCF5}"/>
          </ac:spMkLst>
        </pc:spChg>
        <pc:spChg chg="mod">
          <ac:chgData name="이 동석" userId="a484158e-f78b-4e4d-aa5c-b1d0d46318d2" providerId="ADAL" clId="{6B7D66E2-C963-4A97-A402-B45C4C03E430}" dt="2023-04-21T06:29:18.674" v="582"/>
          <ac:spMkLst>
            <pc:docMk/>
            <pc:sldMk cId="1225369496" sldId="332"/>
            <ac:spMk id="1041" creationId="{5511BE3D-2A7C-F7DD-E5EA-3E4B5204C2F4}"/>
          </ac:spMkLst>
        </pc:spChg>
        <pc:grpChg chg="add mod">
          <ac:chgData name="이 동석" userId="a484158e-f78b-4e4d-aa5c-b1d0d46318d2" providerId="ADAL" clId="{6B7D66E2-C963-4A97-A402-B45C4C03E430}" dt="2023-04-21T06:28:56.711" v="574" actId="164"/>
          <ac:grpSpMkLst>
            <pc:docMk/>
            <pc:sldMk cId="1225369496" sldId="332"/>
            <ac:grpSpMk id="39" creationId="{49251F9D-F9FA-6E90-183C-452E8B3CF1BF}"/>
          </ac:grpSpMkLst>
        </pc:grpChg>
        <pc:grpChg chg="add mod ord">
          <ac:chgData name="이 동석" userId="a484158e-f78b-4e4d-aa5c-b1d0d46318d2" providerId="ADAL" clId="{6B7D66E2-C963-4A97-A402-B45C4C03E430}" dt="2023-04-21T06:29:21.617" v="584" actId="167"/>
          <ac:grpSpMkLst>
            <pc:docMk/>
            <pc:sldMk cId="1225369496" sldId="332"/>
            <ac:grpSpMk id="46" creationId="{2D98EE32-0EBB-66D4-E52F-982509CCD262}"/>
          </ac:grpSpMkLst>
        </pc:grpChg>
      </pc:sldChg>
    </pc:docChg>
  </pc:docChgLst>
  <pc:docChgLst>
    <pc:chgData name="이 창호" userId="92ba24a7-d58e-4179-98a0-3ca16608bcac" providerId="ADAL" clId="{39017066-EB11-4613-9103-866541A71813}"/>
    <pc:docChg chg="undo custSel addSld delSld modSld sldOrd">
      <pc:chgData name="이 창호" userId="92ba24a7-d58e-4179-98a0-3ca16608bcac" providerId="ADAL" clId="{39017066-EB11-4613-9103-866541A71813}" dt="2023-06-16T05:15:57.349" v="1754" actId="1076"/>
      <pc:docMkLst>
        <pc:docMk/>
      </pc:docMkLst>
      <pc:sldChg chg="modSp mod">
        <pc:chgData name="이 창호" userId="92ba24a7-d58e-4179-98a0-3ca16608bcac" providerId="ADAL" clId="{39017066-EB11-4613-9103-866541A71813}" dt="2023-06-16T05:07:55.438" v="1744"/>
        <pc:sldMkLst>
          <pc:docMk/>
          <pc:sldMk cId="3739828957" sldId="256"/>
        </pc:sldMkLst>
        <pc:spChg chg="mod">
          <ac:chgData name="이 창호" userId="92ba24a7-d58e-4179-98a0-3ca16608bcac" providerId="ADAL" clId="{39017066-EB11-4613-9103-866541A71813}" dt="2023-06-14T06:02:58.114" v="0" actId="20577"/>
          <ac:spMkLst>
            <pc:docMk/>
            <pc:sldMk cId="3739828957" sldId="256"/>
            <ac:spMk id="8" creationId="{503ED013-5EF3-D4DE-B3FF-AF2D9C6CCF19}"/>
          </ac:spMkLst>
        </pc:spChg>
        <pc:spChg chg="mod">
          <ac:chgData name="이 창호" userId="92ba24a7-d58e-4179-98a0-3ca16608bcac" providerId="ADAL" clId="{39017066-EB11-4613-9103-866541A71813}" dt="2023-06-16T05:07:55.438" v="1744"/>
          <ac:spMkLst>
            <pc:docMk/>
            <pc:sldMk cId="3739828957" sldId="256"/>
            <ac:spMk id="11" creationId="{DD875136-9CE9-C6F1-564D-77546AD606E9}"/>
          </ac:spMkLst>
        </pc:spChg>
      </pc:sldChg>
      <pc:sldChg chg="delSp modSp mod">
        <pc:chgData name="이 창호" userId="92ba24a7-d58e-4179-98a0-3ca16608bcac" providerId="ADAL" clId="{39017066-EB11-4613-9103-866541A71813}" dt="2023-06-14T06:50:03.941" v="38" actId="12788"/>
        <pc:sldMkLst>
          <pc:docMk/>
          <pc:sldMk cId="515965737" sldId="281"/>
        </pc:sldMkLst>
        <pc:spChg chg="mod">
          <ac:chgData name="이 창호" userId="92ba24a7-d58e-4179-98a0-3ca16608bcac" providerId="ADAL" clId="{39017066-EB11-4613-9103-866541A71813}" dt="2023-06-14T06:49:55.024" v="36" actId="1076"/>
          <ac:spMkLst>
            <pc:docMk/>
            <pc:sldMk cId="515965737" sldId="281"/>
            <ac:spMk id="7" creationId="{01766808-12CC-6EF0-58BF-CC0C64B892D3}"/>
          </ac:spMkLst>
        </pc:spChg>
        <pc:graphicFrameChg chg="mod">
          <ac:chgData name="이 창호" userId="92ba24a7-d58e-4179-98a0-3ca16608bcac" providerId="ADAL" clId="{39017066-EB11-4613-9103-866541A71813}" dt="2023-06-14T06:50:03.941" v="38" actId="12788"/>
          <ac:graphicFrameMkLst>
            <pc:docMk/>
            <pc:sldMk cId="515965737" sldId="281"/>
            <ac:graphicFrameMk id="3" creationId="{EA676D90-276E-E384-BC0F-77AB8B59F992}"/>
          </ac:graphicFrameMkLst>
        </pc:graphicFrameChg>
        <pc:picChg chg="del">
          <ac:chgData name="이 창호" userId="92ba24a7-d58e-4179-98a0-3ca16608bcac" providerId="ADAL" clId="{39017066-EB11-4613-9103-866541A71813}" dt="2023-06-14T06:48:39.230" v="21" actId="478"/>
          <ac:picMkLst>
            <pc:docMk/>
            <pc:sldMk cId="515965737" sldId="281"/>
            <ac:picMk id="1034" creationId="{F28D6BD2-75A2-268B-7247-A3DBEBA9C4A5}"/>
          </ac:picMkLst>
        </pc:picChg>
      </pc:sldChg>
      <pc:sldChg chg="delSp modSp mod">
        <pc:chgData name="이 창호" userId="92ba24a7-d58e-4179-98a0-3ca16608bcac" providerId="ADAL" clId="{39017066-EB11-4613-9103-866541A71813}" dt="2023-06-14T06:49:23.367" v="32" actId="1076"/>
        <pc:sldMkLst>
          <pc:docMk/>
          <pc:sldMk cId="2189870071" sldId="295"/>
        </pc:sldMkLst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2" creationId="{12C9BE2C-5092-DBBD-7568-226B83B75075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4" creationId="{F8620949-8B27-6865-9435-1B27E1154288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5" creationId="{4296C0A6-F9E0-8484-C9FE-65E9EB2F5FA8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7" creationId="{AC9D93F4-8077-4842-60AB-EAB43429EA10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47" creationId="{D6100940-D86C-C92A-8C14-F1E562C71840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48" creationId="{883AE231-6FFD-8505-3FF5-9F2CED964460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53" creationId="{B20FE99A-DC75-261E-ABD8-817683984F34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56" creationId="{D7948970-2E84-B275-D06C-DE2EF1321F60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57" creationId="{296204EE-5E6A-CBEA-1545-ED3928D321EF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59" creationId="{6180E94B-D61E-AF45-9FCC-1BA0A3177218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62" creationId="{EB4AEBFA-2B49-6146-87EB-0590F11B90C1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63" creationId="{043FFCA9-8604-5E98-3C30-100743BB4784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24" creationId="{308C18A9-7B97-EDD4-BBA7-599973FD26FA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25" creationId="{CD006508-60F3-D302-BE46-EE5608E583C2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29" creationId="{D32368F4-3BA5-B16D-5F8D-9B11278F10C2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30" creationId="{04ED7BB5-7EA7-AC68-40A8-D99652518747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31" creationId="{8E609015-3970-80D6-EA08-6CD8DB9C5BB3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32" creationId="{851FD6B6-1788-5F25-7BAC-02430FF23896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33" creationId="{2DDEA8BA-7760-8DC5-7049-02B444A23C10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35" creationId="{EED2EB15-B425-EE32-5943-7CEEF97C6F4E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38" creationId="{E6AA5044-18E7-1C2F-0973-95FA7537EB31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39" creationId="{7FACCD92-4998-C393-3D01-6DD590F39157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40" creationId="{1F427FBC-7607-DFB4-44FD-498534799764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41" creationId="{E400E3CE-0C84-A57E-0E1D-4FA28AD00238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63" creationId="{237340BD-5FDC-C7AD-CD55-64003FC6D654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89" creationId="{CFE4F21A-4233-B5EE-E7DE-866E52F3190F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090" creationId="{1D02EF0F-8A1A-D69C-F511-8ED790C5BB60}"/>
          </ac:spMkLst>
        </pc:spChg>
        <pc:spChg chg="mod">
          <ac:chgData name="이 창호" userId="92ba24a7-d58e-4179-98a0-3ca16608bcac" providerId="ADAL" clId="{39017066-EB11-4613-9103-866541A71813}" dt="2023-06-14T06:49:18.251" v="31" actId="1076"/>
          <ac:spMkLst>
            <pc:docMk/>
            <pc:sldMk cId="2189870071" sldId="295"/>
            <ac:spMk id="1091" creationId="{DBC9824C-45F5-749A-D4D4-F3E8F678EF49}"/>
          </ac:spMkLst>
        </pc:spChg>
        <pc:spChg chg="mod">
          <ac:chgData name="이 창호" userId="92ba24a7-d58e-4179-98a0-3ca16608bcac" providerId="ADAL" clId="{39017066-EB11-4613-9103-866541A71813}" dt="2023-06-14T06:49:18.251" v="31" actId="1076"/>
          <ac:spMkLst>
            <pc:docMk/>
            <pc:sldMk cId="2189870071" sldId="295"/>
            <ac:spMk id="1092" creationId="{FE6BC84E-EE5D-F275-4604-C7F6D1517147}"/>
          </ac:spMkLst>
        </pc:spChg>
        <pc:spChg chg="mod">
          <ac:chgData name="이 창호" userId="92ba24a7-d58e-4179-98a0-3ca16608bcac" providerId="ADAL" clId="{39017066-EB11-4613-9103-866541A71813}" dt="2023-06-14T06:49:18.251" v="31" actId="1076"/>
          <ac:spMkLst>
            <pc:docMk/>
            <pc:sldMk cId="2189870071" sldId="295"/>
            <ac:spMk id="1093" creationId="{BDAE3FC5-C258-920B-F97D-71A8A384A26B}"/>
          </ac:spMkLst>
        </pc:spChg>
        <pc:spChg chg="mod">
          <ac:chgData name="이 창호" userId="92ba24a7-d58e-4179-98a0-3ca16608bcac" providerId="ADAL" clId="{39017066-EB11-4613-9103-866541A71813}" dt="2023-06-14T06:49:18.251" v="31" actId="1076"/>
          <ac:spMkLst>
            <pc:docMk/>
            <pc:sldMk cId="2189870071" sldId="295"/>
            <ac:spMk id="1094" creationId="{EABF8832-53FC-D9B2-79D2-26E3161D34C8}"/>
          </ac:spMkLst>
        </pc:spChg>
        <pc:spChg chg="mod">
          <ac:chgData name="이 창호" userId="92ba24a7-d58e-4179-98a0-3ca16608bcac" providerId="ADAL" clId="{39017066-EB11-4613-9103-866541A71813}" dt="2023-06-14T06:49:23.367" v="32" actId="1076"/>
          <ac:spMkLst>
            <pc:docMk/>
            <pc:sldMk cId="2189870071" sldId="295"/>
            <ac:spMk id="1163" creationId="{D97FBCC0-ED65-04F8-85DC-0FF24C33CEF0}"/>
          </ac:spMkLst>
        </pc:spChg>
        <pc:grpChg chg="mod">
          <ac:chgData name="이 창호" userId="92ba24a7-d58e-4179-98a0-3ca16608bcac" providerId="ADAL" clId="{39017066-EB11-4613-9103-866541A71813}" dt="2023-06-14T06:49:23.367" v="32" actId="1076"/>
          <ac:grpSpMkLst>
            <pc:docMk/>
            <pc:sldMk cId="2189870071" sldId="295"/>
            <ac:grpSpMk id="1162" creationId="{6123E4AA-B292-3F12-C04A-4679727B2B1E}"/>
          </ac:grpSpMkLst>
        </pc:grpChg>
        <pc:picChg chg="del">
          <ac:chgData name="이 창호" userId="92ba24a7-d58e-4179-98a0-3ca16608bcac" providerId="ADAL" clId="{39017066-EB11-4613-9103-866541A71813}" dt="2023-06-14T06:48:43.153" v="24" actId="478"/>
          <ac:picMkLst>
            <pc:docMk/>
            <pc:sldMk cId="2189870071" sldId="295"/>
            <ac:picMk id="1034" creationId="{F28D6BD2-75A2-268B-7247-A3DBEBA9C4A5}"/>
          </ac:picMkLst>
        </pc:pic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3" creationId="{2EB72BCF-5DB2-4E34-24B9-123E084779FD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8" creationId="{9D2051BF-BC09-D616-303A-079D0AE13FF3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37" creationId="{6BDF6CBA-7DEC-AC38-528E-691C3ADD5C53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38" creationId="{3C7D5046-5397-2CF5-E201-A2B7CD484E8F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39" creationId="{7D20A7ED-ED8D-8887-6F37-390A9E64DCC2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40" creationId="{0E658699-1FDD-9DA6-8458-86C07A919FB6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41" creationId="{ED601FBF-82F0-F6CB-C459-31313CAD540F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42" creationId="{9CC37559-2CF0-EB56-48F7-D61F2D0625CE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43" creationId="{CD805156-D7D2-67A5-671C-57F787961E00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44" creationId="{5C9592EC-EDA0-267F-B1BD-178050D6DFCC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096" creationId="{03522EF9-B2DD-0BE7-6C5A-95C7DE3E02A5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44" creationId="{BA2BA60A-5BB6-0D06-F1D8-6C0A2E38C0AB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45" creationId="{C2073BBB-2ED5-AB5A-7036-E43A5BBB13AB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46" creationId="{AE56A1F9-EE2B-AF2B-7C49-B69BB59113C1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47" creationId="{2D95CC5A-8F09-690A-8990-80CE9D79ADD0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48" creationId="{7D5F89F0-F818-B4F9-4579-C02875525196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49" creationId="{7372EC7A-9A2D-B8DB-9DA8-05950124603C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50" creationId="{4BBFF99C-D7D9-60C9-0810-4D3A2FC6F0B5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51" creationId="{D256B043-DD19-7945-C340-B32EF8295307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52" creationId="{1CD62461-343E-D4B0-9CC8-64BB71F8369C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53" creationId="{4D712340-AD0E-9571-BBF7-6DAB37BA1B89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54" creationId="{B465C733-E03C-88DD-F5D5-2C9996A96529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55" creationId="{AAD748DA-F0DE-E9B5-9B95-02D5A1093F66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56" creationId="{DDC43B13-F022-FEB3-A830-C0A52DB8BA29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57" creationId="{F5AA1ED9-B5EF-DAC1-3EE3-A54246A0F457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58" creationId="{DBF031F6-F4DD-1262-3750-7F4346F1CDD1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59" creationId="{B8B048F3-29FA-270E-CABD-62B95BB6BBA3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60" creationId="{35847E04-9A8F-0396-A46F-C29EF8FAA271}"/>
          </ac:cxnSpMkLst>
        </pc:cxnChg>
        <pc:cxnChg chg="mod">
          <ac:chgData name="이 창호" userId="92ba24a7-d58e-4179-98a0-3ca16608bcac" providerId="ADAL" clId="{39017066-EB11-4613-9103-866541A71813}" dt="2023-06-14T06:49:23.367" v="32" actId="1076"/>
          <ac:cxnSpMkLst>
            <pc:docMk/>
            <pc:sldMk cId="2189870071" sldId="295"/>
            <ac:cxnSpMk id="1161" creationId="{9CC5AEC5-C02F-5D10-92B0-EC314F23AB43}"/>
          </ac:cxnSpMkLst>
        </pc:cxnChg>
      </pc:sldChg>
      <pc:sldChg chg="modSp del mod">
        <pc:chgData name="이 창호" userId="92ba24a7-d58e-4179-98a0-3ca16608bcac" providerId="ADAL" clId="{39017066-EB11-4613-9103-866541A71813}" dt="2023-06-14T06:04:36.557" v="7" actId="47"/>
        <pc:sldMkLst>
          <pc:docMk/>
          <pc:sldMk cId="641297542" sldId="297"/>
        </pc:sldMkLst>
        <pc:spChg chg="mod">
          <ac:chgData name="이 창호" userId="92ba24a7-d58e-4179-98a0-3ca16608bcac" providerId="ADAL" clId="{39017066-EB11-4613-9103-866541A71813}" dt="2023-06-14T06:04:31.619" v="5" actId="13926"/>
          <ac:spMkLst>
            <pc:docMk/>
            <pc:sldMk cId="641297542" sldId="297"/>
            <ac:spMk id="6" creationId="{70841D0C-87A8-F786-3248-A934352CA31E}"/>
          </ac:spMkLst>
        </pc:spChg>
      </pc:sldChg>
      <pc:sldChg chg="delSp modSp del mod">
        <pc:chgData name="이 창호" userId="92ba24a7-d58e-4179-98a0-3ca16608bcac" providerId="ADAL" clId="{39017066-EB11-4613-9103-866541A71813}" dt="2023-06-14T06:52:05.433" v="95" actId="47"/>
        <pc:sldMkLst>
          <pc:docMk/>
          <pc:sldMk cId="3998816849" sldId="322"/>
        </pc:sldMkLst>
        <pc:spChg chg="del">
          <ac:chgData name="이 창호" userId="92ba24a7-d58e-4179-98a0-3ca16608bcac" providerId="ADAL" clId="{39017066-EB11-4613-9103-866541A71813}" dt="2023-06-14T06:04:53.110" v="11" actId="478"/>
          <ac:spMkLst>
            <pc:docMk/>
            <pc:sldMk cId="3998816849" sldId="322"/>
            <ac:spMk id="24" creationId="{ACF1A894-203B-E21D-71C7-65CD0ADA07DD}"/>
          </ac:spMkLst>
        </pc:spChg>
        <pc:spChg chg="mod">
          <ac:chgData name="이 창호" userId="92ba24a7-d58e-4179-98a0-3ca16608bcac" providerId="ADAL" clId="{39017066-EB11-4613-9103-866541A71813}" dt="2023-06-14T06:51:33.215" v="73" actId="20577"/>
          <ac:spMkLst>
            <pc:docMk/>
            <pc:sldMk cId="3998816849" sldId="322"/>
            <ac:spMk id="27" creationId="{7D2185CE-F995-1C0C-8122-80A51B6A3440}"/>
          </ac:spMkLst>
        </pc:spChg>
        <pc:graphicFrameChg chg="del">
          <ac:chgData name="이 창호" userId="92ba24a7-d58e-4179-98a0-3ca16608bcac" providerId="ADAL" clId="{39017066-EB11-4613-9103-866541A71813}" dt="2023-06-14T06:04:51.269" v="10" actId="478"/>
          <ac:graphicFrameMkLst>
            <pc:docMk/>
            <pc:sldMk cId="3998816849" sldId="322"/>
            <ac:graphicFrameMk id="14" creationId="{A3B9B5D6-5A79-3E78-5E14-8C53CE3B67FA}"/>
          </ac:graphicFrameMkLst>
        </pc:graphicFrameChg>
        <pc:picChg chg="del">
          <ac:chgData name="이 창호" userId="92ba24a7-d58e-4179-98a0-3ca16608bcac" providerId="ADAL" clId="{39017066-EB11-4613-9103-866541A71813}" dt="2023-06-14T06:48:44.092" v="25" actId="478"/>
          <ac:picMkLst>
            <pc:docMk/>
            <pc:sldMk cId="3998816849" sldId="322"/>
            <ac:picMk id="1034" creationId="{F28D6BD2-75A2-268B-7247-A3DBEBA9C4A5}"/>
          </ac:picMkLst>
        </pc:picChg>
      </pc:sldChg>
      <pc:sldChg chg="del">
        <pc:chgData name="이 창호" userId="92ba24a7-d58e-4179-98a0-3ca16608bcac" providerId="ADAL" clId="{39017066-EB11-4613-9103-866541A71813}" dt="2023-06-14T06:04:44.976" v="8" actId="47"/>
        <pc:sldMkLst>
          <pc:docMk/>
          <pc:sldMk cId="2333146089" sldId="323"/>
        </pc:sldMkLst>
      </pc:sldChg>
      <pc:sldChg chg="del">
        <pc:chgData name="이 창호" userId="92ba24a7-d58e-4179-98a0-3ca16608bcac" providerId="ADAL" clId="{39017066-EB11-4613-9103-866541A71813}" dt="2023-06-14T06:04:44.976" v="8" actId="47"/>
        <pc:sldMkLst>
          <pc:docMk/>
          <pc:sldMk cId="3356659670" sldId="324"/>
        </pc:sldMkLst>
      </pc:sldChg>
      <pc:sldChg chg="del">
        <pc:chgData name="이 창호" userId="92ba24a7-d58e-4179-98a0-3ca16608bcac" providerId="ADAL" clId="{39017066-EB11-4613-9103-866541A71813}" dt="2023-06-14T06:04:44.976" v="8" actId="47"/>
        <pc:sldMkLst>
          <pc:docMk/>
          <pc:sldMk cId="3552698281" sldId="325"/>
        </pc:sldMkLst>
      </pc:sldChg>
      <pc:sldChg chg="del">
        <pc:chgData name="이 창호" userId="92ba24a7-d58e-4179-98a0-3ca16608bcac" providerId="ADAL" clId="{39017066-EB11-4613-9103-866541A71813}" dt="2023-06-14T06:04:44.976" v="8" actId="47"/>
        <pc:sldMkLst>
          <pc:docMk/>
          <pc:sldMk cId="4242189426" sldId="327"/>
        </pc:sldMkLst>
      </pc:sldChg>
      <pc:sldChg chg="del">
        <pc:chgData name="이 창호" userId="92ba24a7-d58e-4179-98a0-3ca16608bcac" providerId="ADAL" clId="{39017066-EB11-4613-9103-866541A71813}" dt="2023-06-14T06:04:44.976" v="8" actId="47"/>
        <pc:sldMkLst>
          <pc:docMk/>
          <pc:sldMk cId="3313247629" sldId="328"/>
        </pc:sldMkLst>
      </pc:sldChg>
      <pc:sldChg chg="delSp modSp mod">
        <pc:chgData name="이 창호" userId="92ba24a7-d58e-4179-98a0-3ca16608bcac" providerId="ADAL" clId="{39017066-EB11-4613-9103-866541A71813}" dt="2023-06-14T06:50:19.355" v="39" actId="1076"/>
        <pc:sldMkLst>
          <pc:docMk/>
          <pc:sldMk cId="2872755174" sldId="329"/>
        </pc:sldMkLst>
        <pc:spChg chg="mod">
          <ac:chgData name="이 창호" userId="92ba24a7-d58e-4179-98a0-3ca16608bcac" providerId="ADAL" clId="{39017066-EB11-4613-9103-866541A71813}" dt="2023-06-14T06:50:19.355" v="39" actId="1076"/>
          <ac:spMkLst>
            <pc:docMk/>
            <pc:sldMk cId="2872755174" sldId="329"/>
            <ac:spMk id="3" creationId="{02B637A2-CFAE-8081-B020-4219D7A02CB3}"/>
          </ac:spMkLst>
        </pc:spChg>
        <pc:graphicFrameChg chg="mod">
          <ac:chgData name="이 창호" userId="92ba24a7-d58e-4179-98a0-3ca16608bcac" providerId="ADAL" clId="{39017066-EB11-4613-9103-866541A71813}" dt="2023-06-14T06:50:19.355" v="39" actId="1076"/>
          <ac:graphicFrameMkLst>
            <pc:docMk/>
            <pc:sldMk cId="2872755174" sldId="329"/>
            <ac:graphicFrameMk id="32" creationId="{03E9F0C2-45ED-188E-E6EE-A67814565BC6}"/>
          </ac:graphicFrameMkLst>
        </pc:graphicFrameChg>
        <pc:picChg chg="del">
          <ac:chgData name="이 창호" userId="92ba24a7-d58e-4179-98a0-3ca16608bcac" providerId="ADAL" clId="{39017066-EB11-4613-9103-866541A71813}" dt="2023-06-14T06:48:42.244" v="23" actId="478"/>
          <ac:picMkLst>
            <pc:docMk/>
            <pc:sldMk cId="2872755174" sldId="329"/>
            <ac:picMk id="1034" creationId="{F28D6BD2-75A2-268B-7247-A3DBEBA9C4A5}"/>
          </ac:picMkLst>
        </pc:picChg>
      </pc:sldChg>
      <pc:sldChg chg="delSp modSp mod">
        <pc:chgData name="이 창호" userId="92ba24a7-d58e-4179-98a0-3ca16608bcac" providerId="ADAL" clId="{39017066-EB11-4613-9103-866541A71813}" dt="2023-06-14T06:49:59.644" v="37" actId="12788"/>
        <pc:sldMkLst>
          <pc:docMk/>
          <pc:sldMk cId="1945045476" sldId="330"/>
        </pc:sldMkLst>
        <pc:spChg chg="mod">
          <ac:chgData name="이 창호" userId="92ba24a7-d58e-4179-98a0-3ca16608bcac" providerId="ADAL" clId="{39017066-EB11-4613-9103-866541A71813}" dt="2023-06-14T06:49:46.855" v="33" actId="1076"/>
          <ac:spMkLst>
            <pc:docMk/>
            <pc:sldMk cId="1945045476" sldId="330"/>
            <ac:spMk id="7" creationId="{01766808-12CC-6EF0-58BF-CC0C64B892D3}"/>
          </ac:spMkLst>
        </pc:spChg>
        <pc:graphicFrameChg chg="mod">
          <ac:chgData name="이 창호" userId="92ba24a7-d58e-4179-98a0-3ca16608bcac" providerId="ADAL" clId="{39017066-EB11-4613-9103-866541A71813}" dt="2023-06-14T06:49:59.644" v="37" actId="12788"/>
          <ac:graphicFrameMkLst>
            <pc:docMk/>
            <pc:sldMk cId="1945045476" sldId="330"/>
            <ac:graphicFrameMk id="3" creationId="{EA676D90-276E-E384-BC0F-77AB8B59F992}"/>
          </ac:graphicFrameMkLst>
        </pc:graphicFrameChg>
        <pc:picChg chg="del">
          <ac:chgData name="이 창호" userId="92ba24a7-d58e-4179-98a0-3ca16608bcac" providerId="ADAL" clId="{39017066-EB11-4613-9103-866541A71813}" dt="2023-06-14T06:48:41.372" v="22" actId="478"/>
          <ac:picMkLst>
            <pc:docMk/>
            <pc:sldMk cId="1945045476" sldId="330"/>
            <ac:picMk id="1034" creationId="{F28D6BD2-75A2-268B-7247-A3DBEBA9C4A5}"/>
          </ac:picMkLst>
        </pc:picChg>
      </pc:sldChg>
      <pc:sldChg chg="delSp modSp add mod">
        <pc:chgData name="이 창호" userId="92ba24a7-d58e-4179-98a0-3ca16608bcac" providerId="ADAL" clId="{39017066-EB11-4613-9103-866541A71813}" dt="2023-06-16T05:06:53.313" v="1725" actId="6549"/>
        <pc:sldMkLst>
          <pc:docMk/>
          <pc:sldMk cId="1934747182" sldId="331"/>
        </pc:sldMkLst>
        <pc:spChg chg="mod">
          <ac:chgData name="이 창호" userId="92ba24a7-d58e-4179-98a0-3ca16608bcac" providerId="ADAL" clId="{39017066-EB11-4613-9103-866541A71813}" dt="2023-06-16T05:03:21.446" v="1573" actId="1076"/>
          <ac:spMkLst>
            <pc:docMk/>
            <pc:sldMk cId="1934747182" sldId="331"/>
            <ac:spMk id="24" creationId="{ACF1A894-203B-E21D-71C7-65CD0ADA07DD}"/>
          </ac:spMkLst>
        </pc:spChg>
        <pc:graphicFrameChg chg="mod modGraphic">
          <ac:chgData name="이 창호" userId="92ba24a7-d58e-4179-98a0-3ca16608bcac" providerId="ADAL" clId="{39017066-EB11-4613-9103-866541A71813}" dt="2023-06-16T05:06:53.313" v="1725" actId="6549"/>
          <ac:graphicFrameMkLst>
            <pc:docMk/>
            <pc:sldMk cId="1934747182" sldId="331"/>
            <ac:graphicFrameMk id="14" creationId="{A3B9B5D6-5A79-3E78-5E14-8C53CE3B67FA}"/>
          </ac:graphicFrameMkLst>
        </pc:graphicFrameChg>
        <pc:picChg chg="del">
          <ac:chgData name="이 창호" userId="92ba24a7-d58e-4179-98a0-3ca16608bcac" providerId="ADAL" clId="{39017066-EB11-4613-9103-866541A71813}" dt="2023-06-14T06:48:47.750" v="27" actId="478"/>
          <ac:picMkLst>
            <pc:docMk/>
            <pc:sldMk cId="1934747182" sldId="331"/>
            <ac:picMk id="1034" creationId="{F28D6BD2-75A2-268B-7247-A3DBEBA9C4A5}"/>
          </ac:picMkLst>
        </pc:picChg>
      </pc:sldChg>
      <pc:sldChg chg="add del">
        <pc:chgData name="이 창호" userId="92ba24a7-d58e-4179-98a0-3ca16608bcac" providerId="ADAL" clId="{39017066-EB11-4613-9103-866541A71813}" dt="2023-06-14T06:52:05.433" v="95" actId="47"/>
        <pc:sldMkLst>
          <pc:docMk/>
          <pc:sldMk cId="1918025096" sldId="332"/>
        </pc:sldMkLst>
      </pc:sldChg>
      <pc:sldChg chg="add del">
        <pc:chgData name="이 창호" userId="92ba24a7-d58e-4179-98a0-3ca16608bcac" providerId="ADAL" clId="{39017066-EB11-4613-9103-866541A71813}" dt="2023-06-14T06:48:46.529" v="26" actId="47"/>
        <pc:sldMkLst>
          <pc:docMk/>
          <pc:sldMk cId="2212798355" sldId="332"/>
        </pc:sldMkLst>
      </pc:sldChg>
      <pc:sldChg chg="add del">
        <pc:chgData name="이 창호" userId="92ba24a7-d58e-4179-98a0-3ca16608bcac" providerId="ADAL" clId="{39017066-EB11-4613-9103-866541A71813}" dt="2023-06-14T06:52:05.433" v="95" actId="47"/>
        <pc:sldMkLst>
          <pc:docMk/>
          <pc:sldMk cId="1485052290" sldId="333"/>
        </pc:sldMkLst>
      </pc:sldChg>
      <pc:sldChg chg="add del">
        <pc:chgData name="이 창호" userId="92ba24a7-d58e-4179-98a0-3ca16608bcac" providerId="ADAL" clId="{39017066-EB11-4613-9103-866541A71813}" dt="2023-06-14T06:48:46.529" v="26" actId="47"/>
        <pc:sldMkLst>
          <pc:docMk/>
          <pc:sldMk cId="2966188782" sldId="333"/>
        </pc:sldMkLst>
      </pc:sldChg>
      <pc:sldChg chg="add del">
        <pc:chgData name="이 창호" userId="92ba24a7-d58e-4179-98a0-3ca16608bcac" providerId="ADAL" clId="{39017066-EB11-4613-9103-866541A71813}" dt="2023-06-14T06:48:46.529" v="26" actId="47"/>
        <pc:sldMkLst>
          <pc:docMk/>
          <pc:sldMk cId="2125850161" sldId="334"/>
        </pc:sldMkLst>
      </pc:sldChg>
      <pc:sldChg chg="add del">
        <pc:chgData name="이 창호" userId="92ba24a7-d58e-4179-98a0-3ca16608bcac" providerId="ADAL" clId="{39017066-EB11-4613-9103-866541A71813}" dt="2023-06-14T06:52:05.433" v="95" actId="47"/>
        <pc:sldMkLst>
          <pc:docMk/>
          <pc:sldMk cId="2779842693" sldId="334"/>
        </pc:sldMkLst>
      </pc:sldChg>
      <pc:sldChg chg="add del">
        <pc:chgData name="이 창호" userId="92ba24a7-d58e-4179-98a0-3ca16608bcac" providerId="ADAL" clId="{39017066-EB11-4613-9103-866541A71813}" dt="2023-06-14T06:48:46.529" v="26" actId="47"/>
        <pc:sldMkLst>
          <pc:docMk/>
          <pc:sldMk cId="1575569261" sldId="335"/>
        </pc:sldMkLst>
      </pc:sldChg>
      <pc:sldChg chg="add del">
        <pc:chgData name="이 창호" userId="92ba24a7-d58e-4179-98a0-3ca16608bcac" providerId="ADAL" clId="{39017066-EB11-4613-9103-866541A71813}" dt="2023-06-14T06:52:05.433" v="95" actId="47"/>
        <pc:sldMkLst>
          <pc:docMk/>
          <pc:sldMk cId="3927434035" sldId="335"/>
        </pc:sldMkLst>
      </pc:sldChg>
      <pc:sldChg chg="add del">
        <pc:chgData name="이 창호" userId="92ba24a7-d58e-4179-98a0-3ca16608bcac" providerId="ADAL" clId="{39017066-EB11-4613-9103-866541A71813}" dt="2023-06-14T06:48:46.529" v="26" actId="47"/>
        <pc:sldMkLst>
          <pc:docMk/>
          <pc:sldMk cId="553963071" sldId="336"/>
        </pc:sldMkLst>
      </pc:sldChg>
      <pc:sldChg chg="add del">
        <pc:chgData name="이 창호" userId="92ba24a7-d58e-4179-98a0-3ca16608bcac" providerId="ADAL" clId="{39017066-EB11-4613-9103-866541A71813}" dt="2023-06-14T06:52:05.433" v="95" actId="47"/>
        <pc:sldMkLst>
          <pc:docMk/>
          <pc:sldMk cId="4002760496" sldId="336"/>
        </pc:sldMkLst>
      </pc:sldChg>
      <pc:sldChg chg="add del">
        <pc:chgData name="이 창호" userId="92ba24a7-d58e-4179-98a0-3ca16608bcac" providerId="ADAL" clId="{39017066-EB11-4613-9103-866541A71813}" dt="2023-06-14T06:52:05.433" v="95" actId="47"/>
        <pc:sldMkLst>
          <pc:docMk/>
          <pc:sldMk cId="4091822878" sldId="337"/>
        </pc:sldMkLst>
      </pc:sldChg>
      <pc:sldChg chg="addSp delSp add del">
        <pc:chgData name="이 창호" userId="92ba24a7-d58e-4179-98a0-3ca16608bcac" providerId="ADAL" clId="{39017066-EB11-4613-9103-866541A71813}" dt="2023-06-14T07:09:58.806" v="326" actId="47"/>
        <pc:sldMkLst>
          <pc:docMk/>
          <pc:sldMk cId="2681276034" sldId="338"/>
        </pc:sldMkLst>
        <pc:picChg chg="add del">
          <ac:chgData name="이 창호" userId="92ba24a7-d58e-4179-98a0-3ca16608bcac" providerId="ADAL" clId="{39017066-EB11-4613-9103-866541A71813}" dt="2023-06-14T06:55:53.620" v="141"/>
          <ac:picMkLst>
            <pc:docMk/>
            <pc:sldMk cId="2681276034" sldId="338"/>
            <ac:picMk id="2050" creationId="{ABDBBE8C-AC38-0927-9CD6-69BB9339C6E1}"/>
          </ac:picMkLst>
        </pc:picChg>
      </pc:sldChg>
      <pc:sldChg chg="addSp delSp modSp add mod ord">
        <pc:chgData name="이 창호" userId="92ba24a7-d58e-4179-98a0-3ca16608bcac" providerId="ADAL" clId="{39017066-EB11-4613-9103-866541A71813}" dt="2023-06-15T08:42:52.572" v="654"/>
        <pc:sldMkLst>
          <pc:docMk/>
          <pc:sldMk cId="1472983310" sldId="339"/>
        </pc:sldMkLst>
        <pc:spChg chg="add mod">
          <ac:chgData name="이 창호" userId="92ba24a7-d58e-4179-98a0-3ca16608bcac" providerId="ADAL" clId="{39017066-EB11-4613-9103-866541A71813}" dt="2023-06-15T08:41:25.571" v="544" actId="1076"/>
          <ac:spMkLst>
            <pc:docMk/>
            <pc:sldMk cId="1472983310" sldId="339"/>
            <ac:spMk id="4" creationId="{07186D5B-15E1-8B0A-04E7-174890E676CE}"/>
          </ac:spMkLst>
        </pc:spChg>
        <pc:spChg chg="mod">
          <ac:chgData name="이 창호" userId="92ba24a7-d58e-4179-98a0-3ca16608bcac" providerId="ADAL" clId="{39017066-EB11-4613-9103-866541A71813}" dt="2023-06-15T08:41:01.882" v="537"/>
          <ac:spMkLst>
            <pc:docMk/>
            <pc:sldMk cId="1472983310" sldId="339"/>
            <ac:spMk id="8" creationId="{D0419EFE-ACE2-C3C0-191E-C837C194EC83}"/>
          </ac:spMkLst>
        </pc:spChg>
        <pc:spChg chg="mod">
          <ac:chgData name="이 창호" userId="92ba24a7-d58e-4179-98a0-3ca16608bcac" providerId="ADAL" clId="{39017066-EB11-4613-9103-866541A71813}" dt="2023-06-15T08:41:01.882" v="537"/>
          <ac:spMkLst>
            <pc:docMk/>
            <pc:sldMk cId="1472983310" sldId="339"/>
            <ac:spMk id="14" creationId="{A5D83D63-6D7B-3954-B580-DF2D59E0818A}"/>
          </ac:spMkLst>
        </pc:spChg>
        <pc:spChg chg="add mod">
          <ac:chgData name="이 창호" userId="92ba24a7-d58e-4179-98a0-3ca16608bcac" providerId="ADAL" clId="{39017066-EB11-4613-9103-866541A71813}" dt="2023-06-15T08:41:41.246" v="548" actId="1076"/>
          <ac:spMkLst>
            <pc:docMk/>
            <pc:sldMk cId="1472983310" sldId="339"/>
            <ac:spMk id="16" creationId="{CEE99605-674E-40C1-B151-4B6A89A3F701}"/>
          </ac:spMkLst>
        </pc:spChg>
        <pc:spChg chg="add mod">
          <ac:chgData name="이 창호" userId="92ba24a7-d58e-4179-98a0-3ca16608bcac" providerId="ADAL" clId="{39017066-EB11-4613-9103-866541A71813}" dt="2023-06-15T08:41:01.882" v="537"/>
          <ac:spMkLst>
            <pc:docMk/>
            <pc:sldMk cId="1472983310" sldId="339"/>
            <ac:spMk id="20" creationId="{E2213B77-6A15-BBB3-2396-E0FF28789315}"/>
          </ac:spMkLst>
        </pc:spChg>
        <pc:spChg chg="add mod">
          <ac:chgData name="이 창호" userId="92ba24a7-d58e-4179-98a0-3ca16608bcac" providerId="ADAL" clId="{39017066-EB11-4613-9103-866541A71813}" dt="2023-06-15T08:42:00.718" v="575" actId="1076"/>
          <ac:spMkLst>
            <pc:docMk/>
            <pc:sldMk cId="1472983310" sldId="339"/>
            <ac:spMk id="25" creationId="{CB618C4A-0955-10A9-FCD5-1EA7F5951D64}"/>
          </ac:spMkLst>
        </pc:spChg>
        <pc:spChg chg="add mod">
          <ac:chgData name="이 창호" userId="92ba24a7-d58e-4179-98a0-3ca16608bcac" providerId="ADAL" clId="{39017066-EB11-4613-9103-866541A71813}" dt="2023-06-15T08:42:09.414" v="600"/>
          <ac:spMkLst>
            <pc:docMk/>
            <pc:sldMk cId="1472983310" sldId="339"/>
            <ac:spMk id="26" creationId="{90808591-09C7-C97D-4ECF-1463038CA11D}"/>
          </ac:spMkLst>
        </pc:spChg>
        <pc:spChg chg="add mod">
          <ac:chgData name="이 창호" userId="92ba24a7-d58e-4179-98a0-3ca16608bcac" providerId="ADAL" clId="{39017066-EB11-4613-9103-866541A71813}" dt="2023-06-15T08:42:23.891" v="606" actId="1076"/>
          <ac:spMkLst>
            <pc:docMk/>
            <pc:sldMk cId="1472983310" sldId="339"/>
            <ac:spMk id="28" creationId="{686A54F9-B418-EE04-513F-F8CE73428054}"/>
          </ac:spMkLst>
        </pc:spChg>
        <pc:spChg chg="add mod">
          <ac:chgData name="이 창호" userId="92ba24a7-d58e-4179-98a0-3ca16608bcac" providerId="ADAL" clId="{39017066-EB11-4613-9103-866541A71813}" dt="2023-06-15T08:42:52.572" v="654"/>
          <ac:spMkLst>
            <pc:docMk/>
            <pc:sldMk cId="1472983310" sldId="339"/>
            <ac:spMk id="29" creationId="{13A4302A-1623-6E90-4711-5078B664D7FC}"/>
          </ac:spMkLst>
        </pc:spChg>
        <pc:grpChg chg="add mod">
          <ac:chgData name="이 창호" userId="92ba24a7-d58e-4179-98a0-3ca16608bcac" providerId="ADAL" clId="{39017066-EB11-4613-9103-866541A71813}" dt="2023-06-15T08:41:13.298" v="539" actId="1076"/>
          <ac:grpSpMkLst>
            <pc:docMk/>
            <pc:sldMk cId="1472983310" sldId="339"/>
            <ac:grpSpMk id="6" creationId="{3B130C50-D9A6-C1FD-8AC4-E101956EA601}"/>
          </ac:grpSpMkLst>
        </pc:grpChg>
        <pc:grpChg chg="add mod">
          <ac:chgData name="이 창호" userId="92ba24a7-d58e-4179-98a0-3ca16608bcac" providerId="ADAL" clId="{39017066-EB11-4613-9103-866541A71813}" dt="2023-06-15T08:41:41.246" v="548" actId="1076"/>
          <ac:grpSpMkLst>
            <pc:docMk/>
            <pc:sldMk cId="1472983310" sldId="339"/>
            <ac:grpSpMk id="9" creationId="{F5C20E04-CA16-89F8-7C43-280F686F610B}"/>
          </ac:grpSpMkLst>
        </pc:grpChg>
        <pc:grpChg chg="add mod">
          <ac:chgData name="이 창호" userId="92ba24a7-d58e-4179-98a0-3ca16608bcac" providerId="ADAL" clId="{39017066-EB11-4613-9103-866541A71813}" dt="2023-06-15T08:41:13.298" v="539" actId="1076"/>
          <ac:grpSpMkLst>
            <pc:docMk/>
            <pc:sldMk cId="1472983310" sldId="339"/>
            <ac:grpSpMk id="12" creationId="{C0CD3B27-F8A0-4945-33CE-34A4411D2824}"/>
          </ac:grpSpMkLst>
        </pc:grpChg>
        <pc:picChg chg="add del mod">
          <ac:chgData name="이 창호" userId="92ba24a7-d58e-4179-98a0-3ca16608bcac" providerId="ADAL" clId="{39017066-EB11-4613-9103-866541A71813}" dt="2023-06-15T08:40:43.293" v="502" actId="478"/>
          <ac:picMkLst>
            <pc:docMk/>
            <pc:sldMk cId="1472983310" sldId="339"/>
            <ac:picMk id="2" creationId="{08741732-2A74-76ED-10BB-DAF9B24D066A}"/>
          </ac:picMkLst>
        </pc:picChg>
        <pc:picChg chg="add del mod">
          <ac:chgData name="이 창호" userId="92ba24a7-d58e-4179-98a0-3ca16608bcac" providerId="ADAL" clId="{39017066-EB11-4613-9103-866541A71813}" dt="2023-06-15T08:40:42.990" v="501" actId="478"/>
          <ac:picMkLst>
            <pc:docMk/>
            <pc:sldMk cId="1472983310" sldId="339"/>
            <ac:picMk id="3" creationId="{77505DD5-1825-55AE-CCC6-4EAB757EA21A}"/>
          </ac:picMkLst>
        </pc:picChg>
        <pc:picChg chg="add mod">
          <ac:chgData name="이 창호" userId="92ba24a7-d58e-4179-98a0-3ca16608bcac" providerId="ADAL" clId="{39017066-EB11-4613-9103-866541A71813}" dt="2023-06-15T08:41:41.246" v="548" actId="1076"/>
          <ac:picMkLst>
            <pc:docMk/>
            <pc:sldMk cId="1472983310" sldId="339"/>
            <ac:picMk id="5" creationId="{0554D291-D780-0830-31ED-E73743A0C4DE}"/>
          </ac:picMkLst>
        </pc:picChg>
        <pc:picChg chg="mod">
          <ac:chgData name="이 창호" userId="92ba24a7-d58e-4179-98a0-3ca16608bcac" providerId="ADAL" clId="{39017066-EB11-4613-9103-866541A71813}" dt="2023-06-15T08:41:01.882" v="537"/>
          <ac:picMkLst>
            <pc:docMk/>
            <pc:sldMk cId="1472983310" sldId="339"/>
            <ac:picMk id="7" creationId="{F4747906-EBFD-89A5-4855-E02A38F47A96}"/>
          </ac:picMkLst>
        </pc:picChg>
        <pc:picChg chg="mod">
          <ac:chgData name="이 창호" userId="92ba24a7-d58e-4179-98a0-3ca16608bcac" providerId="ADAL" clId="{39017066-EB11-4613-9103-866541A71813}" dt="2023-06-15T08:41:01.882" v="537"/>
          <ac:picMkLst>
            <pc:docMk/>
            <pc:sldMk cId="1472983310" sldId="339"/>
            <ac:picMk id="10" creationId="{2EDCE967-8C39-3694-FF96-21493115494A}"/>
          </ac:picMkLst>
        </pc:picChg>
        <pc:picChg chg="mod">
          <ac:chgData name="이 창호" userId="92ba24a7-d58e-4179-98a0-3ca16608bcac" providerId="ADAL" clId="{39017066-EB11-4613-9103-866541A71813}" dt="2023-06-15T08:41:01.882" v="537"/>
          <ac:picMkLst>
            <pc:docMk/>
            <pc:sldMk cId="1472983310" sldId="339"/>
            <ac:picMk id="11" creationId="{2558CAA8-E5F7-D73D-E797-1FE86EB27B21}"/>
          </ac:picMkLst>
        </pc:picChg>
        <pc:picChg chg="mod">
          <ac:chgData name="이 창호" userId="92ba24a7-d58e-4179-98a0-3ca16608bcac" providerId="ADAL" clId="{39017066-EB11-4613-9103-866541A71813}" dt="2023-06-15T08:41:01.882" v="537"/>
          <ac:picMkLst>
            <pc:docMk/>
            <pc:sldMk cId="1472983310" sldId="339"/>
            <ac:picMk id="13" creationId="{E05694C5-B445-C5E6-6452-ADAAAC468F16}"/>
          </ac:picMkLst>
        </pc:picChg>
        <pc:picChg chg="add mod">
          <ac:chgData name="이 창호" userId="92ba24a7-d58e-4179-98a0-3ca16608bcac" providerId="ADAL" clId="{39017066-EB11-4613-9103-866541A71813}" dt="2023-06-15T08:42:15.634" v="603" actId="1076"/>
          <ac:picMkLst>
            <pc:docMk/>
            <pc:sldMk cId="1472983310" sldId="339"/>
            <ac:picMk id="21" creationId="{A13EF4D9-A395-EAB7-1CC1-9562BC987814}"/>
          </ac:picMkLst>
        </pc:picChg>
        <pc:picChg chg="add mod">
          <ac:chgData name="이 창호" userId="92ba24a7-d58e-4179-98a0-3ca16608bcac" providerId="ADAL" clId="{39017066-EB11-4613-9103-866541A71813}" dt="2023-06-15T08:42:16.984" v="604" actId="1076"/>
          <ac:picMkLst>
            <pc:docMk/>
            <pc:sldMk cId="1472983310" sldId="339"/>
            <ac:picMk id="22" creationId="{F92C2CFE-E64B-7623-79F9-F124BC71078D}"/>
          </ac:picMkLst>
        </pc:picChg>
        <pc:picChg chg="add del mod">
          <ac:chgData name="이 창호" userId="92ba24a7-d58e-4179-98a0-3ca16608bcac" providerId="ADAL" clId="{39017066-EB11-4613-9103-866541A71813}" dt="2023-06-15T08:40:43.717" v="503" actId="478"/>
          <ac:picMkLst>
            <pc:docMk/>
            <pc:sldMk cId="1472983310" sldId="339"/>
            <ac:picMk id="1026" creationId="{CDCB20C5-9E21-C32B-D0D6-00AD9A62C279}"/>
          </ac:picMkLst>
        </pc:picChg>
        <pc:cxnChg chg="add mod">
          <ac:chgData name="이 창호" userId="92ba24a7-d58e-4179-98a0-3ca16608bcac" providerId="ADAL" clId="{39017066-EB11-4613-9103-866541A71813}" dt="2023-06-15T08:41:32.012" v="547" actId="1076"/>
          <ac:cxnSpMkLst>
            <pc:docMk/>
            <pc:sldMk cId="1472983310" sldId="339"/>
            <ac:cxnSpMk id="23" creationId="{38BA8BB3-08CB-50EE-B018-FAAA6E71002A}"/>
          </ac:cxnSpMkLst>
        </pc:cxnChg>
        <pc:cxnChg chg="add mod">
          <ac:chgData name="이 창호" userId="92ba24a7-d58e-4179-98a0-3ca16608bcac" providerId="ADAL" clId="{39017066-EB11-4613-9103-866541A71813}" dt="2023-06-15T08:41:23.371" v="543" actId="1076"/>
          <ac:cxnSpMkLst>
            <pc:docMk/>
            <pc:sldMk cId="1472983310" sldId="339"/>
            <ac:cxnSpMk id="24" creationId="{D19B9F95-5556-B233-3A5A-6C2D950206FF}"/>
          </ac:cxnSpMkLst>
        </pc:cxnChg>
      </pc:sldChg>
      <pc:sldChg chg="addSp delSp modSp add mod">
        <pc:chgData name="이 창호" userId="92ba24a7-d58e-4179-98a0-3ca16608bcac" providerId="ADAL" clId="{39017066-EB11-4613-9103-866541A71813}" dt="2023-06-16T03:16:35.649" v="1369" actId="1076"/>
        <pc:sldMkLst>
          <pc:docMk/>
          <pc:sldMk cId="2550213352" sldId="340"/>
        </pc:sldMkLst>
        <pc:spChg chg="mod">
          <ac:chgData name="이 창호" userId="92ba24a7-d58e-4179-98a0-3ca16608bcac" providerId="ADAL" clId="{39017066-EB11-4613-9103-866541A71813}" dt="2023-06-14T06:52:22.640" v="99" actId="20577"/>
          <ac:spMkLst>
            <pc:docMk/>
            <pc:sldMk cId="2550213352" sldId="340"/>
            <ac:spMk id="4" creationId="{07186D5B-15E1-8B0A-04E7-174890E676CE}"/>
          </ac:spMkLst>
        </pc:spChg>
        <pc:picChg chg="del">
          <ac:chgData name="이 창호" userId="92ba24a7-d58e-4179-98a0-3ca16608bcac" providerId="ADAL" clId="{39017066-EB11-4613-9103-866541A71813}" dt="2023-06-14T06:52:24.975" v="100" actId="478"/>
          <ac:picMkLst>
            <pc:docMk/>
            <pc:sldMk cId="2550213352" sldId="340"/>
            <ac:picMk id="2" creationId="{08741732-2A74-76ED-10BB-DAF9B24D066A}"/>
          </ac:picMkLst>
        </pc:picChg>
        <pc:picChg chg="add del mod">
          <ac:chgData name="이 창호" userId="92ba24a7-d58e-4179-98a0-3ca16608bcac" providerId="ADAL" clId="{39017066-EB11-4613-9103-866541A71813}" dt="2023-06-16T03:15:30.189" v="1334" actId="478"/>
          <ac:picMkLst>
            <pc:docMk/>
            <pc:sldMk cId="2550213352" sldId="340"/>
            <ac:picMk id="3" creationId="{5DEC111C-1504-F631-5A30-54834D59E733}"/>
          </ac:picMkLst>
        </pc:picChg>
        <pc:picChg chg="del">
          <ac:chgData name="이 창호" userId="92ba24a7-d58e-4179-98a0-3ca16608bcac" providerId="ADAL" clId="{39017066-EB11-4613-9103-866541A71813}" dt="2023-06-14T06:52:25.213" v="101" actId="478"/>
          <ac:picMkLst>
            <pc:docMk/>
            <pc:sldMk cId="2550213352" sldId="340"/>
            <ac:picMk id="3" creationId="{77505DD5-1825-55AE-CCC6-4EAB757EA21A}"/>
          </ac:picMkLst>
        </pc:picChg>
        <pc:picChg chg="add mod">
          <ac:chgData name="이 창호" userId="92ba24a7-d58e-4179-98a0-3ca16608bcac" providerId="ADAL" clId="{39017066-EB11-4613-9103-866541A71813}" dt="2023-06-16T03:16:34.165" v="1368" actId="14100"/>
          <ac:picMkLst>
            <pc:docMk/>
            <pc:sldMk cId="2550213352" sldId="340"/>
            <ac:picMk id="5" creationId="{61AC32BF-4430-0089-9C69-F91D9269B393}"/>
          </ac:picMkLst>
        </pc:picChg>
        <pc:picChg chg="add mod">
          <ac:chgData name="이 창호" userId="92ba24a7-d58e-4179-98a0-3ca16608bcac" providerId="ADAL" clId="{39017066-EB11-4613-9103-866541A71813}" dt="2023-06-16T03:16:35.649" v="1369" actId="1076"/>
          <ac:picMkLst>
            <pc:docMk/>
            <pc:sldMk cId="2550213352" sldId="340"/>
            <ac:picMk id="6" creationId="{BF363AFA-1D16-41F0-4EB7-921F6226BC7D}"/>
          </ac:picMkLst>
        </pc:picChg>
        <pc:picChg chg="add del mod">
          <ac:chgData name="이 창호" userId="92ba24a7-d58e-4179-98a0-3ca16608bcac" providerId="ADAL" clId="{39017066-EB11-4613-9103-866541A71813}" dt="2023-06-16T03:15:29.095" v="1330" actId="478"/>
          <ac:picMkLst>
            <pc:docMk/>
            <pc:sldMk cId="2550213352" sldId="340"/>
            <ac:picMk id="8" creationId="{00ED9031-6E85-4DFB-B2C2-C2F8A4499400}"/>
          </ac:picMkLst>
        </pc:picChg>
        <pc:picChg chg="add del mod">
          <ac:chgData name="이 창호" userId="92ba24a7-d58e-4179-98a0-3ca16608bcac" providerId="ADAL" clId="{39017066-EB11-4613-9103-866541A71813}" dt="2023-06-16T03:15:29.361" v="1331" actId="478"/>
          <ac:picMkLst>
            <pc:docMk/>
            <pc:sldMk cId="2550213352" sldId="340"/>
            <ac:picMk id="10" creationId="{9B0BDE60-EFE3-FF1C-1BD2-23ABD18C6596}"/>
          </ac:picMkLst>
        </pc:picChg>
        <pc:picChg chg="add del mod">
          <ac:chgData name="이 창호" userId="92ba24a7-d58e-4179-98a0-3ca16608bcac" providerId="ADAL" clId="{39017066-EB11-4613-9103-866541A71813}" dt="2023-06-16T03:15:29.642" v="1332" actId="478"/>
          <ac:picMkLst>
            <pc:docMk/>
            <pc:sldMk cId="2550213352" sldId="340"/>
            <ac:picMk id="12" creationId="{A782F0D2-224A-906E-252C-94E2F46A15AA}"/>
          </ac:picMkLst>
        </pc:picChg>
        <pc:picChg chg="add del mod">
          <ac:chgData name="이 창호" userId="92ba24a7-d58e-4179-98a0-3ca16608bcac" providerId="ADAL" clId="{39017066-EB11-4613-9103-866541A71813}" dt="2023-06-16T03:15:29.908" v="1333" actId="478"/>
          <ac:picMkLst>
            <pc:docMk/>
            <pc:sldMk cId="2550213352" sldId="340"/>
            <ac:picMk id="14" creationId="{F708DE86-80FC-B7CA-3189-C287AC303A80}"/>
          </ac:picMkLst>
        </pc:picChg>
        <pc:picChg chg="add mod">
          <ac:chgData name="이 창호" userId="92ba24a7-d58e-4179-98a0-3ca16608bcac" providerId="ADAL" clId="{39017066-EB11-4613-9103-866541A71813}" dt="2023-06-16T02:50:00.245" v="893" actId="571"/>
          <ac:picMkLst>
            <pc:docMk/>
            <pc:sldMk cId="2550213352" sldId="340"/>
            <ac:picMk id="16" creationId="{F61E5680-7F48-8425-E485-06A218902980}"/>
          </ac:picMkLst>
        </pc:picChg>
        <pc:picChg chg="add mod">
          <ac:chgData name="이 창호" userId="92ba24a7-d58e-4179-98a0-3ca16608bcac" providerId="ADAL" clId="{39017066-EB11-4613-9103-866541A71813}" dt="2023-06-16T02:50:00.245" v="893" actId="571"/>
          <ac:picMkLst>
            <pc:docMk/>
            <pc:sldMk cId="2550213352" sldId="340"/>
            <ac:picMk id="20" creationId="{C77A91BE-12D3-7889-6F64-5B6D71177CD2}"/>
          </ac:picMkLst>
        </pc:picChg>
        <pc:picChg chg="add mod">
          <ac:chgData name="이 창호" userId="92ba24a7-d58e-4179-98a0-3ca16608bcac" providerId="ADAL" clId="{39017066-EB11-4613-9103-866541A71813}" dt="2023-06-16T02:50:00.245" v="893" actId="571"/>
          <ac:picMkLst>
            <pc:docMk/>
            <pc:sldMk cId="2550213352" sldId="340"/>
            <ac:picMk id="21" creationId="{C478273B-F7FD-9937-54CE-44DFB70E5A58}"/>
          </ac:picMkLst>
        </pc:picChg>
        <pc:picChg chg="add mod">
          <ac:chgData name="이 창호" userId="92ba24a7-d58e-4179-98a0-3ca16608bcac" providerId="ADAL" clId="{39017066-EB11-4613-9103-866541A71813}" dt="2023-06-16T02:50:00.245" v="893" actId="571"/>
          <ac:picMkLst>
            <pc:docMk/>
            <pc:sldMk cId="2550213352" sldId="340"/>
            <ac:picMk id="22" creationId="{EE2FD719-EB7F-DF19-65F5-9A4203AC6DCA}"/>
          </ac:picMkLst>
        </pc:picChg>
        <pc:picChg chg="add mod">
          <ac:chgData name="이 창호" userId="92ba24a7-d58e-4179-98a0-3ca16608bcac" providerId="ADAL" clId="{39017066-EB11-4613-9103-866541A71813}" dt="2023-06-16T03:16:28.602" v="1366" actId="1076"/>
          <ac:picMkLst>
            <pc:docMk/>
            <pc:sldMk cId="2550213352" sldId="340"/>
            <ac:picMk id="24" creationId="{198CF37D-DD4A-4288-BC07-693B84A707FB}"/>
          </ac:picMkLst>
        </pc:picChg>
        <pc:picChg chg="add mod">
          <ac:chgData name="이 창호" userId="92ba24a7-d58e-4179-98a0-3ca16608bcac" providerId="ADAL" clId="{39017066-EB11-4613-9103-866541A71813}" dt="2023-06-16T03:16:28.602" v="1366" actId="1076"/>
          <ac:picMkLst>
            <pc:docMk/>
            <pc:sldMk cId="2550213352" sldId="340"/>
            <ac:picMk id="26" creationId="{2513B10B-BD14-0385-3484-79A34D7C0566}"/>
          </ac:picMkLst>
        </pc:picChg>
        <pc:picChg chg="add mod">
          <ac:chgData name="이 창호" userId="92ba24a7-d58e-4179-98a0-3ca16608bcac" providerId="ADAL" clId="{39017066-EB11-4613-9103-866541A71813}" dt="2023-06-16T03:16:28.602" v="1366" actId="1076"/>
          <ac:picMkLst>
            <pc:docMk/>
            <pc:sldMk cId="2550213352" sldId="340"/>
            <ac:picMk id="29" creationId="{3AC55516-8C32-DAA3-F116-CF9220617417}"/>
          </ac:picMkLst>
        </pc:picChg>
        <pc:picChg chg="add mod">
          <ac:chgData name="이 창호" userId="92ba24a7-d58e-4179-98a0-3ca16608bcac" providerId="ADAL" clId="{39017066-EB11-4613-9103-866541A71813}" dt="2023-06-16T03:16:28.602" v="1366" actId="1076"/>
          <ac:picMkLst>
            <pc:docMk/>
            <pc:sldMk cId="2550213352" sldId="340"/>
            <ac:picMk id="31" creationId="{4A3A0FDE-E22A-6D29-1898-DA6786D7D15C}"/>
          </ac:picMkLst>
        </pc:picChg>
        <pc:picChg chg="add mod">
          <ac:chgData name="이 창호" userId="92ba24a7-d58e-4179-98a0-3ca16608bcac" providerId="ADAL" clId="{39017066-EB11-4613-9103-866541A71813}" dt="2023-06-16T03:16:28.602" v="1366" actId="1076"/>
          <ac:picMkLst>
            <pc:docMk/>
            <pc:sldMk cId="2550213352" sldId="340"/>
            <ac:picMk id="33" creationId="{16F73C24-A722-03B6-6975-6F848D74EE32}"/>
          </ac:picMkLst>
        </pc:picChg>
        <pc:picChg chg="add mod">
          <ac:chgData name="이 창호" userId="92ba24a7-d58e-4179-98a0-3ca16608bcac" providerId="ADAL" clId="{39017066-EB11-4613-9103-866541A71813}" dt="2023-06-16T03:16:16.446" v="1362" actId="571"/>
          <ac:picMkLst>
            <pc:docMk/>
            <pc:sldMk cId="2550213352" sldId="340"/>
            <ac:picMk id="34" creationId="{B6EBBD77-FFD3-AE86-2A18-AB334768E80D}"/>
          </ac:picMkLst>
        </pc:picChg>
        <pc:picChg chg="add mod">
          <ac:chgData name="이 창호" userId="92ba24a7-d58e-4179-98a0-3ca16608bcac" providerId="ADAL" clId="{39017066-EB11-4613-9103-866541A71813}" dt="2023-06-16T03:16:16.446" v="1362" actId="571"/>
          <ac:picMkLst>
            <pc:docMk/>
            <pc:sldMk cId="2550213352" sldId="340"/>
            <ac:picMk id="35" creationId="{00EA61A2-D63F-503F-7511-CE94CD209EC9}"/>
          </ac:picMkLst>
        </pc:picChg>
        <pc:picChg chg="add mod">
          <ac:chgData name="이 창호" userId="92ba24a7-d58e-4179-98a0-3ca16608bcac" providerId="ADAL" clId="{39017066-EB11-4613-9103-866541A71813}" dt="2023-06-16T02:49:01.433" v="849" actId="1076"/>
          <ac:picMkLst>
            <pc:docMk/>
            <pc:sldMk cId="2550213352" sldId="340"/>
            <ac:picMk id="3074" creationId="{EBD24591-AAA0-7D65-512A-EEE08420B9F8}"/>
          </ac:picMkLst>
        </pc:picChg>
      </pc:sldChg>
      <pc:sldChg chg="addSp delSp modSp add mod">
        <pc:chgData name="이 창호" userId="92ba24a7-d58e-4179-98a0-3ca16608bcac" providerId="ADAL" clId="{39017066-EB11-4613-9103-866541A71813}" dt="2023-06-16T02:51:08.634" v="929" actId="1076"/>
        <pc:sldMkLst>
          <pc:docMk/>
          <pc:sldMk cId="3616749136" sldId="341"/>
        </pc:sldMkLst>
        <pc:spChg chg="mod">
          <ac:chgData name="이 창호" userId="92ba24a7-d58e-4179-98a0-3ca16608bcac" providerId="ADAL" clId="{39017066-EB11-4613-9103-866541A71813}" dt="2023-06-14T06:53:11.939" v="118" actId="20577"/>
          <ac:spMkLst>
            <pc:docMk/>
            <pc:sldMk cId="3616749136" sldId="341"/>
            <ac:spMk id="4" creationId="{07186D5B-15E1-8B0A-04E7-174890E676CE}"/>
          </ac:spMkLst>
        </pc:spChg>
        <pc:picChg chg="del">
          <ac:chgData name="이 창호" userId="92ba24a7-d58e-4179-98a0-3ca16608bcac" providerId="ADAL" clId="{39017066-EB11-4613-9103-866541A71813}" dt="2023-06-14T06:52:45.362" v="108" actId="478"/>
          <ac:picMkLst>
            <pc:docMk/>
            <pc:sldMk cId="3616749136" sldId="341"/>
            <ac:picMk id="2" creationId="{08741732-2A74-76ED-10BB-DAF9B24D066A}"/>
          </ac:picMkLst>
        </pc:picChg>
        <pc:picChg chg="add mod">
          <ac:chgData name="이 창호" userId="92ba24a7-d58e-4179-98a0-3ca16608bcac" providerId="ADAL" clId="{39017066-EB11-4613-9103-866541A71813}" dt="2023-06-16T02:51:02.556" v="926" actId="1076"/>
          <ac:picMkLst>
            <pc:docMk/>
            <pc:sldMk cId="3616749136" sldId="341"/>
            <ac:picMk id="3" creationId="{06DF5519-087B-6D52-DC5B-4D2701492B91}"/>
          </ac:picMkLst>
        </pc:picChg>
        <pc:picChg chg="del">
          <ac:chgData name="이 창호" userId="92ba24a7-d58e-4179-98a0-3ca16608bcac" providerId="ADAL" clId="{39017066-EB11-4613-9103-866541A71813}" dt="2023-06-14T06:52:47.320" v="109" actId="478"/>
          <ac:picMkLst>
            <pc:docMk/>
            <pc:sldMk cId="3616749136" sldId="341"/>
            <ac:picMk id="3" creationId="{77505DD5-1825-55AE-CCC6-4EAB757EA21A}"/>
          </ac:picMkLst>
        </pc:picChg>
        <pc:picChg chg="add mod">
          <ac:chgData name="이 창호" userId="92ba24a7-d58e-4179-98a0-3ca16608bcac" providerId="ADAL" clId="{39017066-EB11-4613-9103-866541A71813}" dt="2023-06-16T02:50:23.494" v="901" actId="1076"/>
          <ac:picMkLst>
            <pc:docMk/>
            <pc:sldMk cId="3616749136" sldId="341"/>
            <ac:picMk id="5" creationId="{A1006A6A-D6C6-3BC5-5FC5-09121FD3DAE7}"/>
          </ac:picMkLst>
        </pc:picChg>
        <pc:picChg chg="add mod">
          <ac:chgData name="이 창호" userId="92ba24a7-d58e-4179-98a0-3ca16608bcac" providerId="ADAL" clId="{39017066-EB11-4613-9103-866541A71813}" dt="2023-06-16T02:50:22.009" v="900" actId="14100"/>
          <ac:picMkLst>
            <pc:docMk/>
            <pc:sldMk cId="3616749136" sldId="341"/>
            <ac:picMk id="6" creationId="{1630D6EA-4AF4-12CF-F794-31215C7E05B1}"/>
          </ac:picMkLst>
        </pc:picChg>
        <pc:picChg chg="add mod">
          <ac:chgData name="이 창호" userId="92ba24a7-d58e-4179-98a0-3ca16608bcac" providerId="ADAL" clId="{39017066-EB11-4613-9103-866541A71813}" dt="2023-06-16T02:51:02.556" v="926" actId="1076"/>
          <ac:picMkLst>
            <pc:docMk/>
            <pc:sldMk cId="3616749136" sldId="341"/>
            <ac:picMk id="8" creationId="{3AB8EE96-034D-CF31-AA00-0CBBAE864F2D}"/>
          </ac:picMkLst>
        </pc:picChg>
        <pc:picChg chg="add mod">
          <ac:chgData name="이 창호" userId="92ba24a7-d58e-4179-98a0-3ca16608bcac" providerId="ADAL" clId="{39017066-EB11-4613-9103-866541A71813}" dt="2023-06-16T02:51:02.556" v="926" actId="1076"/>
          <ac:picMkLst>
            <pc:docMk/>
            <pc:sldMk cId="3616749136" sldId="341"/>
            <ac:picMk id="10" creationId="{522EE795-BE2A-CB80-0A10-3210F82E988F}"/>
          </ac:picMkLst>
        </pc:picChg>
        <pc:picChg chg="add mod">
          <ac:chgData name="이 창호" userId="92ba24a7-d58e-4179-98a0-3ca16608bcac" providerId="ADAL" clId="{39017066-EB11-4613-9103-866541A71813}" dt="2023-06-16T02:51:02.556" v="926" actId="1076"/>
          <ac:picMkLst>
            <pc:docMk/>
            <pc:sldMk cId="3616749136" sldId="341"/>
            <ac:picMk id="12" creationId="{76062A31-88FA-A4BA-B85A-BBD37498FD78}"/>
          </ac:picMkLst>
        </pc:picChg>
        <pc:picChg chg="add mod">
          <ac:chgData name="이 창호" userId="92ba24a7-d58e-4179-98a0-3ca16608bcac" providerId="ADAL" clId="{39017066-EB11-4613-9103-866541A71813}" dt="2023-06-16T02:51:02.556" v="926" actId="1076"/>
          <ac:picMkLst>
            <pc:docMk/>
            <pc:sldMk cId="3616749136" sldId="341"/>
            <ac:picMk id="14" creationId="{C7F89935-2D1F-0209-C2E0-21E57B85AD7E}"/>
          </ac:picMkLst>
        </pc:picChg>
        <pc:picChg chg="add mod">
          <ac:chgData name="이 창호" userId="92ba24a7-d58e-4179-98a0-3ca16608bcac" providerId="ADAL" clId="{39017066-EB11-4613-9103-866541A71813}" dt="2023-06-16T02:51:08.634" v="929" actId="1076"/>
          <ac:picMkLst>
            <pc:docMk/>
            <pc:sldMk cId="3616749136" sldId="341"/>
            <ac:picMk id="4098" creationId="{A3B2E6D0-38E2-0167-4805-F6C4D64C31C7}"/>
          </ac:picMkLst>
        </pc:picChg>
      </pc:sldChg>
      <pc:sldChg chg="addSp delSp modSp add mod">
        <pc:chgData name="이 창호" userId="92ba24a7-d58e-4179-98a0-3ca16608bcac" providerId="ADAL" clId="{39017066-EB11-4613-9103-866541A71813}" dt="2023-06-16T05:08:33.221" v="1749" actId="1076"/>
        <pc:sldMkLst>
          <pc:docMk/>
          <pc:sldMk cId="1489958209" sldId="342"/>
        </pc:sldMkLst>
        <pc:spChg chg="mod">
          <ac:chgData name="이 창호" userId="92ba24a7-d58e-4179-98a0-3ca16608bcac" providerId="ADAL" clId="{39017066-EB11-4613-9103-866541A71813}" dt="2023-06-14T06:59:26.370" v="185" actId="20577"/>
          <ac:spMkLst>
            <pc:docMk/>
            <pc:sldMk cId="1489958209" sldId="342"/>
            <ac:spMk id="4" creationId="{07186D5B-15E1-8B0A-04E7-174890E676CE}"/>
          </ac:spMkLst>
        </pc:spChg>
        <pc:picChg chg="add mod">
          <ac:chgData name="이 창호" userId="92ba24a7-d58e-4179-98a0-3ca16608bcac" providerId="ADAL" clId="{39017066-EB11-4613-9103-866541A71813}" dt="2023-06-16T03:25:01.617" v="1497" actId="14100"/>
          <ac:picMkLst>
            <pc:docMk/>
            <pc:sldMk cId="1489958209" sldId="342"/>
            <ac:picMk id="2" creationId="{7EB3D5AF-EF0C-FDEA-EC39-4508648D01B0}"/>
          </ac:picMkLst>
        </pc:picChg>
        <pc:picChg chg="add mod">
          <ac:chgData name="이 창호" userId="92ba24a7-d58e-4179-98a0-3ca16608bcac" providerId="ADAL" clId="{39017066-EB11-4613-9103-866541A71813}" dt="2023-06-16T03:25:01.617" v="1497" actId="14100"/>
          <ac:picMkLst>
            <pc:docMk/>
            <pc:sldMk cId="1489958209" sldId="342"/>
            <ac:picMk id="3" creationId="{D6BD16FF-B997-4458-5E77-331A1841FEDF}"/>
          </ac:picMkLst>
        </pc:picChg>
        <pc:picChg chg="del">
          <ac:chgData name="이 창호" userId="92ba24a7-d58e-4179-98a0-3ca16608bcac" providerId="ADAL" clId="{39017066-EB11-4613-9103-866541A71813}" dt="2023-06-14T06:58:02.259" v="155" actId="478"/>
          <ac:picMkLst>
            <pc:docMk/>
            <pc:sldMk cId="1489958209" sldId="342"/>
            <ac:picMk id="5" creationId="{A1006A6A-D6C6-3BC5-5FC5-09121FD3DAE7}"/>
          </ac:picMkLst>
        </pc:picChg>
        <pc:picChg chg="del">
          <ac:chgData name="이 창호" userId="92ba24a7-d58e-4179-98a0-3ca16608bcac" providerId="ADAL" clId="{39017066-EB11-4613-9103-866541A71813}" dt="2023-06-14T06:58:02.575" v="156" actId="478"/>
          <ac:picMkLst>
            <pc:docMk/>
            <pc:sldMk cId="1489958209" sldId="342"/>
            <ac:picMk id="6" creationId="{1630D6EA-4AF4-12CF-F794-31215C7E05B1}"/>
          </ac:picMkLst>
        </pc:picChg>
        <pc:picChg chg="add del mod">
          <ac:chgData name="이 창호" userId="92ba24a7-d58e-4179-98a0-3ca16608bcac" providerId="ADAL" clId="{39017066-EB11-4613-9103-866541A71813}" dt="2023-06-16T03:08:50.532" v="1163" actId="478"/>
          <ac:picMkLst>
            <pc:docMk/>
            <pc:sldMk cId="1489958209" sldId="342"/>
            <ac:picMk id="6" creationId="{6BA3C180-72DB-99BB-3350-B692561018A9}"/>
          </ac:picMkLst>
        </pc:picChg>
        <pc:picChg chg="add del mod">
          <ac:chgData name="이 창호" userId="92ba24a7-d58e-4179-98a0-3ca16608bcac" providerId="ADAL" clId="{39017066-EB11-4613-9103-866541A71813}" dt="2023-06-14T07:00:24.696" v="208" actId="478"/>
          <ac:picMkLst>
            <pc:docMk/>
            <pc:sldMk cId="1489958209" sldId="342"/>
            <ac:picMk id="7" creationId="{A620D6B4-148A-2B7A-4781-57FAD7A6A07A}"/>
          </ac:picMkLst>
        </pc:picChg>
        <pc:picChg chg="add del mod">
          <ac:chgData name="이 창호" userId="92ba24a7-d58e-4179-98a0-3ca16608bcac" providerId="ADAL" clId="{39017066-EB11-4613-9103-866541A71813}" dt="2023-06-16T03:08:50.829" v="1164" actId="478"/>
          <ac:picMkLst>
            <pc:docMk/>
            <pc:sldMk cId="1489958209" sldId="342"/>
            <ac:picMk id="8" creationId="{30A7F467-3B27-D69A-D2F7-90D20B04FFB9}"/>
          </ac:picMkLst>
        </pc:picChg>
        <pc:picChg chg="add del mod">
          <ac:chgData name="이 창호" userId="92ba24a7-d58e-4179-98a0-3ca16608bcac" providerId="ADAL" clId="{39017066-EB11-4613-9103-866541A71813}" dt="2023-06-16T03:08:51.157" v="1165" actId="478"/>
          <ac:picMkLst>
            <pc:docMk/>
            <pc:sldMk cId="1489958209" sldId="342"/>
            <ac:picMk id="10" creationId="{8A668D5C-D97C-E61D-4644-0C3EBFB0CE8E}"/>
          </ac:picMkLst>
        </pc:picChg>
        <pc:picChg chg="add mod">
          <ac:chgData name="이 창호" userId="92ba24a7-d58e-4179-98a0-3ca16608bcac" providerId="ADAL" clId="{39017066-EB11-4613-9103-866541A71813}" dt="2023-06-16T02:55:18.165" v="1130" actId="571"/>
          <ac:picMkLst>
            <pc:docMk/>
            <pc:sldMk cId="1489958209" sldId="342"/>
            <ac:picMk id="11" creationId="{E686D2B6-A24A-AC8F-1A76-CCFDAF7817D0}"/>
          </ac:picMkLst>
        </pc:picChg>
        <pc:picChg chg="add mod">
          <ac:chgData name="이 창호" userId="92ba24a7-d58e-4179-98a0-3ca16608bcac" providerId="ADAL" clId="{39017066-EB11-4613-9103-866541A71813}" dt="2023-06-16T02:55:18.165" v="1130" actId="571"/>
          <ac:picMkLst>
            <pc:docMk/>
            <pc:sldMk cId="1489958209" sldId="342"/>
            <ac:picMk id="12" creationId="{D6B74FE0-443F-FE51-0C98-98670A23A18B}"/>
          </ac:picMkLst>
        </pc:picChg>
        <pc:picChg chg="add mod modCrop">
          <ac:chgData name="이 창호" userId="92ba24a7-d58e-4179-98a0-3ca16608bcac" providerId="ADAL" clId="{39017066-EB11-4613-9103-866541A71813}" dt="2023-06-16T05:08:33.221" v="1749" actId="1076"/>
          <ac:picMkLst>
            <pc:docMk/>
            <pc:sldMk cId="1489958209" sldId="342"/>
            <ac:picMk id="14" creationId="{14D208E0-7D07-E3E2-4DEA-78A386CE23A7}"/>
          </ac:picMkLst>
        </pc:picChg>
        <pc:picChg chg="add mod modCrop">
          <ac:chgData name="이 창호" userId="92ba24a7-d58e-4179-98a0-3ca16608bcac" providerId="ADAL" clId="{39017066-EB11-4613-9103-866541A71813}" dt="2023-06-16T05:08:30.291" v="1748" actId="1076"/>
          <ac:picMkLst>
            <pc:docMk/>
            <pc:sldMk cId="1489958209" sldId="342"/>
            <ac:picMk id="20" creationId="{7DBFB228-464C-BD31-7822-2CD8C90E4C9D}"/>
          </ac:picMkLst>
        </pc:picChg>
        <pc:picChg chg="add mod modCrop">
          <ac:chgData name="이 창호" userId="92ba24a7-d58e-4179-98a0-3ca16608bcac" providerId="ADAL" clId="{39017066-EB11-4613-9103-866541A71813}" dt="2023-06-16T05:08:28.684" v="1747" actId="732"/>
          <ac:picMkLst>
            <pc:docMk/>
            <pc:sldMk cId="1489958209" sldId="342"/>
            <ac:picMk id="22" creationId="{CD0B8341-BA42-B7C0-D746-CB660309CF82}"/>
          </ac:picMkLst>
        </pc:picChg>
        <pc:picChg chg="del">
          <ac:chgData name="이 창호" userId="92ba24a7-d58e-4179-98a0-3ca16608bcac" providerId="ADAL" clId="{39017066-EB11-4613-9103-866541A71813}" dt="2023-06-14T06:58:02.976" v="157" actId="478"/>
          <ac:picMkLst>
            <pc:docMk/>
            <pc:sldMk cId="1489958209" sldId="342"/>
            <ac:picMk id="4098" creationId="{A3B2E6D0-38E2-0167-4805-F6C4D64C31C7}"/>
          </ac:picMkLst>
        </pc:picChg>
        <pc:picChg chg="add mod">
          <ac:chgData name="이 창호" userId="92ba24a7-d58e-4179-98a0-3ca16608bcac" providerId="ADAL" clId="{39017066-EB11-4613-9103-866541A71813}" dt="2023-06-16T02:55:05.759" v="1119" actId="1076"/>
          <ac:picMkLst>
            <pc:docMk/>
            <pc:sldMk cId="1489958209" sldId="342"/>
            <ac:picMk id="7170" creationId="{E7809982-A724-92F6-759B-40EB6F7DF805}"/>
          </ac:picMkLst>
        </pc:picChg>
      </pc:sldChg>
      <pc:sldChg chg="addSp delSp modSp add mod">
        <pc:chgData name="이 창호" userId="92ba24a7-d58e-4179-98a0-3ca16608bcac" providerId="ADAL" clId="{39017066-EB11-4613-9103-866541A71813}" dt="2023-06-16T05:04:14.919" v="1585" actId="1076"/>
        <pc:sldMkLst>
          <pc:docMk/>
          <pc:sldMk cId="2780571853" sldId="343"/>
        </pc:sldMkLst>
        <pc:spChg chg="mod">
          <ac:chgData name="이 창호" userId="92ba24a7-d58e-4179-98a0-3ca16608bcac" providerId="ADAL" clId="{39017066-EB11-4613-9103-866541A71813}" dt="2023-06-14T07:05:57.262" v="279" actId="20577"/>
          <ac:spMkLst>
            <pc:docMk/>
            <pc:sldMk cId="2780571853" sldId="343"/>
            <ac:spMk id="4" creationId="{07186D5B-15E1-8B0A-04E7-174890E676CE}"/>
          </ac:spMkLst>
        </pc:spChg>
        <pc:spChg chg="add del mod">
          <ac:chgData name="이 창호" userId="92ba24a7-d58e-4179-98a0-3ca16608bcac" providerId="ADAL" clId="{39017066-EB11-4613-9103-866541A71813}" dt="2023-06-16T03:14:35.973" v="1320" actId="21"/>
          <ac:spMkLst>
            <pc:docMk/>
            <pc:sldMk cId="2780571853" sldId="343"/>
            <ac:spMk id="11" creationId="{9171539B-844F-3053-B07F-B33563D2B4AE}"/>
          </ac:spMkLst>
        </pc:spChg>
        <pc:grpChg chg="add mod">
          <ac:chgData name="이 창호" userId="92ba24a7-d58e-4179-98a0-3ca16608bcac" providerId="ADAL" clId="{39017066-EB11-4613-9103-866541A71813}" dt="2023-06-16T05:04:03.465" v="1581" actId="1076"/>
          <ac:grpSpMkLst>
            <pc:docMk/>
            <pc:sldMk cId="2780571853" sldId="343"/>
            <ac:grpSpMk id="12" creationId="{2BB531A0-96B8-DDEE-3878-38E406E8FAA7}"/>
          </ac:grpSpMkLst>
        </pc:grpChg>
        <pc:picChg chg="add mod">
          <ac:chgData name="이 창호" userId="92ba24a7-d58e-4179-98a0-3ca16608bcac" providerId="ADAL" clId="{39017066-EB11-4613-9103-866541A71813}" dt="2023-06-16T05:04:13.528" v="1584" actId="1076"/>
          <ac:picMkLst>
            <pc:docMk/>
            <pc:sldMk cId="2780571853" sldId="343"/>
            <ac:picMk id="2" creationId="{13C1D7D3-A010-B514-3F1A-9E848448C9EB}"/>
          </ac:picMkLst>
        </pc:picChg>
        <pc:picChg chg="add mod">
          <ac:chgData name="이 창호" userId="92ba24a7-d58e-4179-98a0-3ca16608bcac" providerId="ADAL" clId="{39017066-EB11-4613-9103-866541A71813}" dt="2023-06-16T05:04:14.919" v="1585" actId="1076"/>
          <ac:picMkLst>
            <pc:docMk/>
            <pc:sldMk cId="2780571853" sldId="343"/>
            <ac:picMk id="3" creationId="{2D436865-F6F1-D88B-DD89-E55CEC31FEA3}"/>
          </ac:picMkLst>
        </pc:picChg>
        <pc:picChg chg="add mod modCrop">
          <ac:chgData name="이 창호" userId="92ba24a7-d58e-4179-98a0-3ca16608bcac" providerId="ADAL" clId="{39017066-EB11-4613-9103-866541A71813}" dt="2023-06-16T05:03:55.411" v="1579" actId="164"/>
          <ac:picMkLst>
            <pc:docMk/>
            <pc:sldMk cId="2780571853" sldId="343"/>
            <ac:picMk id="6" creationId="{2C1F0CEA-5577-2028-F48C-6E0D8669B402}"/>
          </ac:picMkLst>
        </pc:picChg>
        <pc:picChg chg="add mod modCrop">
          <ac:chgData name="이 창호" userId="92ba24a7-d58e-4179-98a0-3ca16608bcac" providerId="ADAL" clId="{39017066-EB11-4613-9103-866541A71813}" dt="2023-06-16T05:03:55.411" v="1579" actId="164"/>
          <ac:picMkLst>
            <pc:docMk/>
            <pc:sldMk cId="2780571853" sldId="343"/>
            <ac:picMk id="8" creationId="{C67698D7-9E12-40D3-80C2-59B0BE98372B}"/>
          </ac:picMkLst>
        </pc:picChg>
        <pc:picChg chg="add mod modCrop">
          <ac:chgData name="이 창호" userId="92ba24a7-d58e-4179-98a0-3ca16608bcac" providerId="ADAL" clId="{39017066-EB11-4613-9103-866541A71813}" dt="2023-06-16T05:03:55.411" v="1579" actId="164"/>
          <ac:picMkLst>
            <pc:docMk/>
            <pc:sldMk cId="2780571853" sldId="343"/>
            <ac:picMk id="10" creationId="{ADE0CCF1-6331-DABF-5547-3B18E6C379D0}"/>
          </ac:picMkLst>
        </pc:picChg>
        <pc:picChg chg="add mod">
          <ac:chgData name="이 창호" userId="92ba24a7-d58e-4179-98a0-3ca16608bcac" providerId="ADAL" clId="{39017066-EB11-4613-9103-866541A71813}" dt="2023-06-16T03:11:53.355" v="1253" actId="1076"/>
          <ac:picMkLst>
            <pc:docMk/>
            <pc:sldMk cId="2780571853" sldId="343"/>
            <ac:picMk id="6146" creationId="{4BB8A98C-C335-098F-2ED5-9479079DAC13}"/>
          </ac:picMkLst>
        </pc:picChg>
      </pc:sldChg>
      <pc:sldChg chg="addSp delSp modSp add mod ord">
        <pc:chgData name="이 창호" userId="92ba24a7-d58e-4179-98a0-3ca16608bcac" providerId="ADAL" clId="{39017066-EB11-4613-9103-866541A71813}" dt="2023-06-16T03:33:50.179" v="1562" actId="1076"/>
        <pc:sldMkLst>
          <pc:docMk/>
          <pc:sldMk cId="1418086142" sldId="344"/>
        </pc:sldMkLst>
        <pc:spChg chg="add mod">
          <ac:chgData name="이 창호" userId="92ba24a7-d58e-4179-98a0-3ca16608bcac" providerId="ADAL" clId="{39017066-EB11-4613-9103-866541A71813}" dt="2023-06-16T03:16:47.826" v="1370" actId="1076"/>
          <ac:spMkLst>
            <pc:docMk/>
            <pc:sldMk cId="1418086142" sldId="344"/>
            <ac:spMk id="32" creationId="{1B0F119E-2FFA-896B-F2DB-C903A159E860}"/>
          </ac:spMkLst>
        </pc:spChg>
        <pc:picChg chg="add mod">
          <ac:chgData name="이 창호" userId="92ba24a7-d58e-4179-98a0-3ca16608bcac" providerId="ADAL" clId="{39017066-EB11-4613-9103-866541A71813}" dt="2023-06-16T02:55:00.481" v="1117" actId="1076"/>
          <ac:picMkLst>
            <pc:docMk/>
            <pc:sldMk cId="1418086142" sldId="344"/>
            <ac:picMk id="2" creationId="{3556E08B-5D55-DA81-91C2-1533C5E56A78}"/>
          </ac:picMkLst>
        </pc:picChg>
        <pc:picChg chg="add mod">
          <ac:chgData name="이 창호" userId="92ba24a7-d58e-4179-98a0-3ca16608bcac" providerId="ADAL" clId="{39017066-EB11-4613-9103-866541A71813}" dt="2023-06-16T02:55:01.841" v="1118" actId="1076"/>
          <ac:picMkLst>
            <pc:docMk/>
            <pc:sldMk cId="1418086142" sldId="344"/>
            <ac:picMk id="3" creationId="{644AB5C6-136A-2E69-8DC8-2BB084146B6A}"/>
          </ac:picMkLst>
        </pc:picChg>
        <pc:picChg chg="add del mod">
          <ac:chgData name="이 창호" userId="92ba24a7-d58e-4179-98a0-3ca16608bcac" providerId="ADAL" clId="{39017066-EB11-4613-9103-866541A71813}" dt="2023-06-14T06:58:34.918" v="168" actId="478"/>
          <ac:picMkLst>
            <pc:docMk/>
            <pc:sldMk cId="1418086142" sldId="344"/>
            <ac:picMk id="5" creationId="{2FEAC42E-77C9-1E8D-54BE-60C8D2801608}"/>
          </ac:picMkLst>
        </pc:picChg>
        <pc:picChg chg="add del mod">
          <ac:chgData name="이 창호" userId="92ba24a7-d58e-4179-98a0-3ca16608bcac" providerId="ADAL" clId="{39017066-EB11-4613-9103-866541A71813}" dt="2023-06-16T03:07:58.502" v="1137" actId="478"/>
          <ac:picMkLst>
            <pc:docMk/>
            <pc:sldMk cId="1418086142" sldId="344"/>
            <ac:picMk id="6" creationId="{CF97A042-3A55-778D-56AF-696632F87376}"/>
          </ac:picMkLst>
        </pc:picChg>
        <pc:picChg chg="add del mod">
          <ac:chgData name="이 창호" userId="92ba24a7-d58e-4179-98a0-3ca16608bcac" providerId="ADAL" clId="{39017066-EB11-4613-9103-866541A71813}" dt="2023-06-14T06:58:34.918" v="168" actId="478"/>
          <ac:picMkLst>
            <pc:docMk/>
            <pc:sldMk cId="1418086142" sldId="344"/>
            <ac:picMk id="6" creationId="{D9398AD9-07F9-F8B4-60BC-58C183737401}"/>
          </ac:picMkLst>
        </pc:picChg>
        <pc:picChg chg="add del mod">
          <ac:chgData name="이 창호" userId="92ba24a7-d58e-4179-98a0-3ca16608bcac" providerId="ADAL" clId="{39017066-EB11-4613-9103-866541A71813}" dt="2023-06-16T03:07:58.502" v="1137" actId="478"/>
          <ac:picMkLst>
            <pc:docMk/>
            <pc:sldMk cId="1418086142" sldId="344"/>
            <ac:picMk id="8" creationId="{553D8EC7-4163-7CD2-0BBD-67B943B8ACE9}"/>
          </ac:picMkLst>
        </pc:picChg>
        <pc:picChg chg="add del mod">
          <ac:chgData name="이 창호" userId="92ba24a7-d58e-4179-98a0-3ca16608bcac" providerId="ADAL" clId="{39017066-EB11-4613-9103-866541A71813}" dt="2023-06-16T03:07:58.502" v="1137" actId="478"/>
          <ac:picMkLst>
            <pc:docMk/>
            <pc:sldMk cId="1418086142" sldId="344"/>
            <ac:picMk id="10" creationId="{DA80BBF4-8680-5743-86C4-33D157192FD4}"/>
          </ac:picMkLst>
        </pc:picChg>
        <pc:picChg chg="add del mod">
          <ac:chgData name="이 창호" userId="92ba24a7-d58e-4179-98a0-3ca16608bcac" providerId="ADAL" clId="{39017066-EB11-4613-9103-866541A71813}" dt="2023-06-16T03:07:58.502" v="1137" actId="478"/>
          <ac:picMkLst>
            <pc:docMk/>
            <pc:sldMk cId="1418086142" sldId="344"/>
            <ac:picMk id="12" creationId="{A5400720-A766-B625-D6FD-3BA3049819CE}"/>
          </ac:picMkLst>
        </pc:picChg>
        <pc:picChg chg="add del mod">
          <ac:chgData name="이 창호" userId="92ba24a7-d58e-4179-98a0-3ca16608bcac" providerId="ADAL" clId="{39017066-EB11-4613-9103-866541A71813}" dt="2023-06-16T03:07:58.502" v="1137" actId="478"/>
          <ac:picMkLst>
            <pc:docMk/>
            <pc:sldMk cId="1418086142" sldId="344"/>
            <ac:picMk id="14" creationId="{1BC8E65A-5BA6-28D0-06FB-C35C2E0D368E}"/>
          </ac:picMkLst>
        </pc:picChg>
        <pc:picChg chg="add del mod">
          <ac:chgData name="이 창호" userId="92ba24a7-d58e-4179-98a0-3ca16608bcac" providerId="ADAL" clId="{39017066-EB11-4613-9103-866541A71813}" dt="2023-06-16T02:52:02.518" v="980" actId="478"/>
          <ac:picMkLst>
            <pc:docMk/>
            <pc:sldMk cId="1418086142" sldId="344"/>
            <ac:picMk id="16" creationId="{3ECC4DC9-8DEA-3D2E-373E-798F299BF170}"/>
          </ac:picMkLst>
        </pc:picChg>
        <pc:picChg chg="add del mod">
          <ac:chgData name="이 창호" userId="92ba24a7-d58e-4179-98a0-3ca16608bcac" providerId="ADAL" clId="{39017066-EB11-4613-9103-866541A71813}" dt="2023-06-16T02:52:02.518" v="980" actId="478"/>
          <ac:picMkLst>
            <pc:docMk/>
            <pc:sldMk cId="1418086142" sldId="344"/>
            <ac:picMk id="20" creationId="{4610D9C0-0C36-DAED-0F7E-423C7505B02C}"/>
          </ac:picMkLst>
        </pc:picChg>
        <pc:picChg chg="add del mod">
          <ac:chgData name="이 창호" userId="92ba24a7-d58e-4179-98a0-3ca16608bcac" providerId="ADAL" clId="{39017066-EB11-4613-9103-866541A71813}" dt="2023-06-16T02:52:02.518" v="980" actId="478"/>
          <ac:picMkLst>
            <pc:docMk/>
            <pc:sldMk cId="1418086142" sldId="344"/>
            <ac:picMk id="21" creationId="{0528A149-74D1-9393-FE29-2E3CC09A0050}"/>
          </ac:picMkLst>
        </pc:picChg>
        <pc:picChg chg="add del mod">
          <ac:chgData name="이 창호" userId="92ba24a7-d58e-4179-98a0-3ca16608bcac" providerId="ADAL" clId="{39017066-EB11-4613-9103-866541A71813}" dt="2023-06-16T02:52:02.518" v="980" actId="478"/>
          <ac:picMkLst>
            <pc:docMk/>
            <pc:sldMk cId="1418086142" sldId="344"/>
            <ac:picMk id="22" creationId="{0B71C218-D019-6AF5-7295-29B8086399A8}"/>
          </ac:picMkLst>
        </pc:picChg>
        <pc:picChg chg="add del mod">
          <ac:chgData name="이 창호" userId="92ba24a7-d58e-4179-98a0-3ca16608bcac" providerId="ADAL" clId="{39017066-EB11-4613-9103-866541A71813}" dt="2023-06-16T02:52:02.518" v="980" actId="478"/>
          <ac:picMkLst>
            <pc:docMk/>
            <pc:sldMk cId="1418086142" sldId="344"/>
            <ac:picMk id="23" creationId="{4DE2EC55-1EEB-D60B-25FA-6A8689923199}"/>
          </ac:picMkLst>
        </pc:picChg>
        <pc:picChg chg="add mod">
          <ac:chgData name="이 창호" userId="92ba24a7-d58e-4179-98a0-3ca16608bcac" providerId="ADAL" clId="{39017066-EB11-4613-9103-866541A71813}" dt="2023-06-16T02:52:25.695" v="989" actId="571"/>
          <ac:picMkLst>
            <pc:docMk/>
            <pc:sldMk cId="1418086142" sldId="344"/>
            <ac:picMk id="24" creationId="{E81478A0-EC4A-21BD-CED3-A4263995B28E}"/>
          </ac:picMkLst>
        </pc:picChg>
        <pc:picChg chg="add mod">
          <ac:chgData name="이 창호" userId="92ba24a7-d58e-4179-98a0-3ca16608bcac" providerId="ADAL" clId="{39017066-EB11-4613-9103-866541A71813}" dt="2023-06-16T02:52:25.695" v="989" actId="571"/>
          <ac:picMkLst>
            <pc:docMk/>
            <pc:sldMk cId="1418086142" sldId="344"/>
            <ac:picMk id="25" creationId="{19E608CB-66D1-65D7-DCDD-3486028102A9}"/>
          </ac:picMkLst>
        </pc:picChg>
        <pc:picChg chg="add mod">
          <ac:chgData name="이 창호" userId="92ba24a7-d58e-4179-98a0-3ca16608bcac" providerId="ADAL" clId="{39017066-EB11-4613-9103-866541A71813}" dt="2023-06-16T02:52:25.695" v="989" actId="571"/>
          <ac:picMkLst>
            <pc:docMk/>
            <pc:sldMk cId="1418086142" sldId="344"/>
            <ac:picMk id="26" creationId="{F9DC74CE-8A7C-3C2E-30E8-DDCE920DB11C}"/>
          </ac:picMkLst>
        </pc:picChg>
        <pc:picChg chg="add mod">
          <ac:chgData name="이 창호" userId="92ba24a7-d58e-4179-98a0-3ca16608bcac" providerId="ADAL" clId="{39017066-EB11-4613-9103-866541A71813}" dt="2023-06-16T02:52:25.321" v="988" actId="571"/>
          <ac:picMkLst>
            <pc:docMk/>
            <pc:sldMk cId="1418086142" sldId="344"/>
            <ac:picMk id="28" creationId="{5C74724D-3433-4DA5-8111-6AB91CB11A81}"/>
          </ac:picMkLst>
        </pc:picChg>
        <pc:picChg chg="add mod">
          <ac:chgData name="이 창호" userId="92ba24a7-d58e-4179-98a0-3ca16608bcac" providerId="ADAL" clId="{39017066-EB11-4613-9103-866541A71813}" dt="2023-06-16T02:52:25.321" v="988" actId="571"/>
          <ac:picMkLst>
            <pc:docMk/>
            <pc:sldMk cId="1418086142" sldId="344"/>
            <ac:picMk id="29" creationId="{5211E20A-21C0-C993-BDF8-2C712C7BAEC8}"/>
          </ac:picMkLst>
        </pc:picChg>
        <pc:picChg chg="add mod">
          <ac:chgData name="이 창호" userId="92ba24a7-d58e-4179-98a0-3ca16608bcac" providerId="ADAL" clId="{39017066-EB11-4613-9103-866541A71813}" dt="2023-06-16T02:52:25.321" v="988" actId="571"/>
          <ac:picMkLst>
            <pc:docMk/>
            <pc:sldMk cId="1418086142" sldId="344"/>
            <ac:picMk id="30" creationId="{A20D94EB-AF7E-AA8C-5179-27137F105D7E}"/>
          </ac:picMkLst>
        </pc:picChg>
        <pc:picChg chg="add mod">
          <ac:chgData name="이 창호" userId="92ba24a7-d58e-4179-98a0-3ca16608bcac" providerId="ADAL" clId="{39017066-EB11-4613-9103-866541A71813}" dt="2023-06-16T02:52:25.321" v="988" actId="571"/>
          <ac:picMkLst>
            <pc:docMk/>
            <pc:sldMk cId="1418086142" sldId="344"/>
            <ac:picMk id="31" creationId="{B42B9C93-5235-F31F-1D32-E8CCB845D4E3}"/>
          </ac:picMkLst>
        </pc:picChg>
        <pc:picChg chg="add mod">
          <ac:chgData name="이 창호" userId="92ba24a7-d58e-4179-98a0-3ca16608bcac" providerId="ADAL" clId="{39017066-EB11-4613-9103-866541A71813}" dt="2023-06-16T03:23:50.744" v="1477" actId="1036"/>
          <ac:picMkLst>
            <pc:docMk/>
            <pc:sldMk cId="1418086142" sldId="344"/>
            <ac:picMk id="34" creationId="{18742C9E-B9F2-AFA0-077E-53E6D469528F}"/>
          </ac:picMkLst>
        </pc:picChg>
        <pc:picChg chg="add mod modCrop">
          <ac:chgData name="이 창호" userId="92ba24a7-d58e-4179-98a0-3ca16608bcac" providerId="ADAL" clId="{39017066-EB11-4613-9103-866541A71813}" dt="2023-06-16T03:23:43.446" v="1473" actId="732"/>
          <ac:picMkLst>
            <pc:docMk/>
            <pc:sldMk cId="1418086142" sldId="344"/>
            <ac:picMk id="36" creationId="{5B084DE8-8A11-6375-085F-3BBFB5C8D807}"/>
          </ac:picMkLst>
        </pc:picChg>
        <pc:picChg chg="add mod modCrop">
          <ac:chgData name="이 창호" userId="92ba24a7-d58e-4179-98a0-3ca16608bcac" providerId="ADAL" clId="{39017066-EB11-4613-9103-866541A71813}" dt="2023-06-16T03:33:50.179" v="1562" actId="1076"/>
          <ac:picMkLst>
            <pc:docMk/>
            <pc:sldMk cId="1418086142" sldId="344"/>
            <ac:picMk id="38" creationId="{B6CC0664-CE48-0426-695B-409E3C9EB46B}"/>
          </ac:picMkLst>
        </pc:picChg>
        <pc:picChg chg="add mod modCrop">
          <ac:chgData name="이 창호" userId="92ba24a7-d58e-4179-98a0-3ca16608bcac" providerId="ADAL" clId="{39017066-EB11-4613-9103-866541A71813}" dt="2023-06-16T03:32:32.031" v="1558" actId="1036"/>
          <ac:picMkLst>
            <pc:docMk/>
            <pc:sldMk cId="1418086142" sldId="344"/>
            <ac:picMk id="40" creationId="{DB2F0374-E9ED-4316-B305-8ED5F0B2C0EB}"/>
          </ac:picMkLst>
        </pc:picChg>
        <pc:picChg chg="add mod modCrop">
          <ac:chgData name="이 창호" userId="92ba24a7-d58e-4179-98a0-3ca16608bcac" providerId="ADAL" clId="{39017066-EB11-4613-9103-866541A71813}" dt="2023-06-16T03:32:34.266" v="1560" actId="1036"/>
          <ac:picMkLst>
            <pc:docMk/>
            <pc:sldMk cId="1418086142" sldId="344"/>
            <ac:picMk id="42" creationId="{B0E70BEF-D79A-8073-0756-8EEB408660A1}"/>
          </ac:picMkLst>
        </pc:picChg>
        <pc:picChg chg="add mod">
          <ac:chgData name="이 창호" userId="92ba24a7-d58e-4179-98a0-3ca16608bcac" providerId="ADAL" clId="{39017066-EB11-4613-9103-866541A71813}" dt="2023-06-16T03:08:26.742" v="1159" actId="571"/>
          <ac:picMkLst>
            <pc:docMk/>
            <pc:sldMk cId="1418086142" sldId="344"/>
            <ac:picMk id="43" creationId="{F41721F7-838C-B288-F5F9-FC5A9BCAF5D9}"/>
          </ac:picMkLst>
        </pc:picChg>
        <pc:picChg chg="add mod">
          <ac:chgData name="이 창호" userId="92ba24a7-d58e-4179-98a0-3ca16608bcac" providerId="ADAL" clId="{39017066-EB11-4613-9103-866541A71813}" dt="2023-06-16T03:08:26.742" v="1159" actId="571"/>
          <ac:picMkLst>
            <pc:docMk/>
            <pc:sldMk cId="1418086142" sldId="344"/>
            <ac:picMk id="44" creationId="{C8F52580-A1FD-1E06-DA17-F37CAA5566A1}"/>
          </ac:picMkLst>
        </pc:picChg>
        <pc:picChg chg="add mod">
          <ac:chgData name="이 창호" userId="92ba24a7-d58e-4179-98a0-3ca16608bcac" providerId="ADAL" clId="{39017066-EB11-4613-9103-866541A71813}" dt="2023-06-16T03:08:26.742" v="1159" actId="571"/>
          <ac:picMkLst>
            <pc:docMk/>
            <pc:sldMk cId="1418086142" sldId="344"/>
            <ac:picMk id="45" creationId="{AACD17EE-E929-196A-8800-D629C4D2CE5C}"/>
          </ac:picMkLst>
        </pc:picChg>
        <pc:picChg chg="add mod">
          <ac:chgData name="이 창호" userId="92ba24a7-d58e-4179-98a0-3ca16608bcac" providerId="ADAL" clId="{39017066-EB11-4613-9103-866541A71813}" dt="2023-06-16T03:08:26.742" v="1159" actId="571"/>
          <ac:picMkLst>
            <pc:docMk/>
            <pc:sldMk cId="1418086142" sldId="344"/>
            <ac:picMk id="46" creationId="{CA45EBAB-1508-7152-77FE-7E39E181B332}"/>
          </ac:picMkLst>
        </pc:picChg>
        <pc:picChg chg="add mod">
          <ac:chgData name="이 창호" userId="92ba24a7-d58e-4179-98a0-3ca16608bcac" providerId="ADAL" clId="{39017066-EB11-4613-9103-866541A71813}" dt="2023-06-16T02:51:14.181" v="933" actId="1076"/>
          <ac:picMkLst>
            <pc:docMk/>
            <pc:sldMk cId="1418086142" sldId="344"/>
            <ac:picMk id="5122" creationId="{1E51FF7D-D8E2-122B-8704-D40304159FBB}"/>
          </ac:picMkLst>
        </pc:picChg>
      </pc:sldChg>
      <pc:sldChg chg="addSp delSp modSp add mod">
        <pc:chgData name="이 창호" userId="92ba24a7-d58e-4179-98a0-3ca16608bcac" providerId="ADAL" clId="{39017066-EB11-4613-9103-866541A71813}" dt="2023-06-16T05:15:57.349" v="1754" actId="1076"/>
        <pc:sldMkLst>
          <pc:docMk/>
          <pc:sldMk cId="491586194" sldId="345"/>
        </pc:sldMkLst>
        <pc:grpChg chg="add mod">
          <ac:chgData name="이 창호" userId="92ba24a7-d58e-4179-98a0-3ca16608bcac" providerId="ADAL" clId="{39017066-EB11-4613-9103-866541A71813}" dt="2023-06-16T05:15:57.349" v="1754" actId="1076"/>
          <ac:grpSpMkLst>
            <pc:docMk/>
            <pc:sldMk cId="491586194" sldId="345"/>
            <ac:grpSpMk id="12" creationId="{85CCE545-8FBC-0B26-96EF-6C74EEE0796F}"/>
          </ac:grpSpMkLst>
        </pc:grpChg>
        <pc:picChg chg="del">
          <ac:chgData name="이 창호" userId="92ba24a7-d58e-4179-98a0-3ca16608bcac" providerId="ADAL" clId="{39017066-EB11-4613-9103-866541A71813}" dt="2023-06-14T07:00:18.507" v="203" actId="478"/>
          <ac:picMkLst>
            <pc:docMk/>
            <pc:sldMk cId="491586194" sldId="345"/>
            <ac:picMk id="2" creationId="{7EB3D5AF-EF0C-FDEA-EC39-4508648D01B0}"/>
          </ac:picMkLst>
        </pc:picChg>
        <pc:picChg chg="add mod modCrop">
          <ac:chgData name="이 창호" userId="92ba24a7-d58e-4179-98a0-3ca16608bcac" providerId="ADAL" clId="{39017066-EB11-4613-9103-866541A71813}" dt="2023-06-16T05:15:54.675" v="1753" actId="732"/>
          <ac:picMkLst>
            <pc:docMk/>
            <pc:sldMk cId="491586194" sldId="345"/>
            <ac:picMk id="3" creationId="{2DB93501-9EB5-1A5F-B8A5-B9D796B16022}"/>
          </ac:picMkLst>
        </pc:picChg>
        <pc:picChg chg="del">
          <ac:chgData name="이 창호" userId="92ba24a7-d58e-4179-98a0-3ca16608bcac" providerId="ADAL" clId="{39017066-EB11-4613-9103-866541A71813}" dt="2023-06-14T07:00:18.772" v="204" actId="478"/>
          <ac:picMkLst>
            <pc:docMk/>
            <pc:sldMk cId="491586194" sldId="345"/>
            <ac:picMk id="3" creationId="{D6BD16FF-B997-4458-5E77-331A1841FEDF}"/>
          </ac:picMkLst>
        </pc:picChg>
        <pc:picChg chg="add mod">
          <ac:chgData name="이 창호" userId="92ba24a7-d58e-4179-98a0-3ca16608bcac" providerId="ADAL" clId="{39017066-EB11-4613-9103-866541A71813}" dt="2023-06-16T03:25:22.572" v="1503" actId="1076"/>
          <ac:picMkLst>
            <pc:docMk/>
            <pc:sldMk cId="491586194" sldId="345"/>
            <ac:picMk id="5" creationId="{B5FE8AA9-A8B3-C516-72D1-F64CD3E42E69}"/>
          </ac:picMkLst>
        </pc:picChg>
        <pc:picChg chg="add mod">
          <ac:chgData name="이 창호" userId="92ba24a7-d58e-4179-98a0-3ca16608bcac" providerId="ADAL" clId="{39017066-EB11-4613-9103-866541A71813}" dt="2023-06-16T03:25:20.697" v="1501" actId="14100"/>
          <ac:picMkLst>
            <pc:docMk/>
            <pc:sldMk cId="491586194" sldId="345"/>
            <ac:picMk id="6" creationId="{E5B9AECE-7279-7761-AA81-0B08F7FD4986}"/>
          </ac:picMkLst>
        </pc:picChg>
        <pc:picChg chg="mod">
          <ac:chgData name="이 창호" userId="92ba24a7-d58e-4179-98a0-3ca16608bcac" providerId="ADAL" clId="{39017066-EB11-4613-9103-866541A71813}" dt="2023-06-16T03:25:21.369" v="1502" actId="1076"/>
          <ac:picMkLst>
            <pc:docMk/>
            <pc:sldMk cId="491586194" sldId="345"/>
            <ac:picMk id="7" creationId="{A620D6B4-148A-2B7A-4781-57FAD7A6A07A}"/>
          </ac:picMkLst>
        </pc:picChg>
        <pc:picChg chg="add mod modCrop">
          <ac:chgData name="이 창호" userId="92ba24a7-d58e-4179-98a0-3ca16608bcac" providerId="ADAL" clId="{39017066-EB11-4613-9103-866541A71813}" dt="2023-06-16T03:13:49.023" v="1290" actId="164"/>
          <ac:picMkLst>
            <pc:docMk/>
            <pc:sldMk cId="491586194" sldId="345"/>
            <ac:picMk id="9" creationId="{6A069D44-10D3-3C29-A286-78274995C56B}"/>
          </ac:picMkLst>
        </pc:picChg>
        <pc:picChg chg="add mod ord modCrop">
          <ac:chgData name="이 창호" userId="92ba24a7-d58e-4179-98a0-3ca16608bcac" providerId="ADAL" clId="{39017066-EB11-4613-9103-866541A71813}" dt="2023-06-16T05:05:26.191" v="1587" actId="732"/>
          <ac:picMkLst>
            <pc:docMk/>
            <pc:sldMk cId="491586194" sldId="345"/>
            <ac:picMk id="11" creationId="{DDC240D7-31E9-1D5E-4FD1-481004407909}"/>
          </ac:picMkLst>
        </pc:picChg>
        <pc:picChg chg="del">
          <ac:chgData name="이 창호" userId="92ba24a7-d58e-4179-98a0-3ca16608bcac" providerId="ADAL" clId="{39017066-EB11-4613-9103-866541A71813}" dt="2023-06-14T07:00:19.256" v="205" actId="478"/>
          <ac:picMkLst>
            <pc:docMk/>
            <pc:sldMk cId="491586194" sldId="345"/>
            <ac:picMk id="7170" creationId="{E7809982-A724-92F6-759B-40EB6F7DF805}"/>
          </ac:picMkLst>
        </pc:picChg>
      </pc:sldChg>
      <pc:sldChg chg="addSp delSp modSp add mod">
        <pc:chgData name="이 창호" userId="92ba24a7-d58e-4179-98a0-3ca16608bcac" providerId="ADAL" clId="{39017066-EB11-4613-9103-866541A71813}" dt="2023-06-16T05:08:59.974" v="1752" actId="1076"/>
        <pc:sldMkLst>
          <pc:docMk/>
          <pc:sldMk cId="3741039934" sldId="346"/>
        </pc:sldMkLst>
        <pc:spChg chg="add mod">
          <ac:chgData name="이 창호" userId="92ba24a7-d58e-4179-98a0-3ca16608bcac" providerId="ADAL" clId="{39017066-EB11-4613-9103-866541A71813}" dt="2023-06-16T03:19:18.245" v="1437" actId="1076"/>
          <ac:spMkLst>
            <pc:docMk/>
            <pc:sldMk cId="3741039934" sldId="346"/>
            <ac:spMk id="2" creationId="{F1BE1A8B-E595-3E38-B76E-A9B4D908B07A}"/>
          </ac:spMkLst>
        </pc:spChg>
        <pc:spChg chg="mod">
          <ac:chgData name="이 창호" userId="92ba24a7-d58e-4179-98a0-3ca16608bcac" providerId="ADAL" clId="{39017066-EB11-4613-9103-866541A71813}" dt="2023-06-14T07:06:15.306" v="282" actId="20577"/>
          <ac:spMkLst>
            <pc:docMk/>
            <pc:sldMk cId="3741039934" sldId="346"/>
            <ac:spMk id="4" creationId="{07186D5B-15E1-8B0A-04E7-174890E676CE}"/>
          </ac:spMkLst>
        </pc:spChg>
        <pc:grpChg chg="add mod">
          <ac:chgData name="이 창호" userId="92ba24a7-d58e-4179-98a0-3ca16608bcac" providerId="ADAL" clId="{39017066-EB11-4613-9103-866541A71813}" dt="2023-06-16T05:08:57.067" v="1751" actId="1076"/>
          <ac:grpSpMkLst>
            <pc:docMk/>
            <pc:sldMk cId="3741039934" sldId="346"/>
            <ac:grpSpMk id="12" creationId="{D536F551-386E-4AC5-8143-1AD2AFC04B7E}"/>
          </ac:grpSpMkLst>
        </pc:grpChg>
        <pc:picChg chg="del">
          <ac:chgData name="이 창호" userId="92ba24a7-d58e-4179-98a0-3ca16608bcac" providerId="ADAL" clId="{39017066-EB11-4613-9103-866541A71813}" dt="2023-06-14T07:05:46.135" v="276" actId="478"/>
          <ac:picMkLst>
            <pc:docMk/>
            <pc:sldMk cId="3741039934" sldId="346"/>
            <ac:picMk id="2" creationId="{13C1D7D3-A010-B514-3F1A-9E848448C9EB}"/>
          </ac:picMkLst>
        </pc:picChg>
        <pc:picChg chg="del">
          <ac:chgData name="이 창호" userId="92ba24a7-d58e-4179-98a0-3ca16608bcac" providerId="ADAL" clId="{39017066-EB11-4613-9103-866541A71813}" dt="2023-06-14T07:05:46.352" v="277" actId="478"/>
          <ac:picMkLst>
            <pc:docMk/>
            <pc:sldMk cId="3741039934" sldId="346"/>
            <ac:picMk id="3" creationId="{2D436865-F6F1-D88B-DD89-E55CEC31FEA3}"/>
          </ac:picMkLst>
        </pc:picChg>
        <pc:picChg chg="add mod">
          <ac:chgData name="이 창호" userId="92ba24a7-d58e-4179-98a0-3ca16608bcac" providerId="ADAL" clId="{39017066-EB11-4613-9103-866541A71813}" dt="2023-06-16T03:25:12.776" v="1499" actId="14100"/>
          <ac:picMkLst>
            <pc:docMk/>
            <pc:sldMk cId="3741039934" sldId="346"/>
            <ac:picMk id="5" creationId="{438AA5B1-554A-1EBA-425D-9889EF2ECFB9}"/>
          </ac:picMkLst>
        </pc:picChg>
        <pc:picChg chg="add mod">
          <ac:chgData name="이 창호" userId="92ba24a7-d58e-4179-98a0-3ca16608bcac" providerId="ADAL" clId="{39017066-EB11-4613-9103-866541A71813}" dt="2023-06-16T05:08:59.974" v="1752" actId="1076"/>
          <ac:picMkLst>
            <pc:docMk/>
            <pc:sldMk cId="3741039934" sldId="346"/>
            <ac:picMk id="6" creationId="{52A2AB32-E297-13C2-2981-2FB62BDAD271}"/>
          </ac:picMkLst>
        </pc:picChg>
        <pc:picChg chg="add mod modCrop">
          <ac:chgData name="이 창호" userId="92ba24a7-d58e-4179-98a0-3ca16608bcac" providerId="ADAL" clId="{39017066-EB11-4613-9103-866541A71813}" dt="2023-06-16T03:22:33.703" v="1465" actId="1076"/>
          <ac:picMkLst>
            <pc:docMk/>
            <pc:sldMk cId="3741039934" sldId="346"/>
            <ac:picMk id="7" creationId="{07CCF2DB-B39A-4B0F-C476-6C5C1643EAAB}"/>
          </ac:picMkLst>
        </pc:picChg>
        <pc:picChg chg="add mod modCrop">
          <ac:chgData name="이 창호" userId="92ba24a7-d58e-4179-98a0-3ca16608bcac" providerId="ADAL" clId="{39017066-EB11-4613-9103-866541A71813}" dt="2023-06-16T03:22:29.890" v="1464" actId="732"/>
          <ac:picMkLst>
            <pc:docMk/>
            <pc:sldMk cId="3741039934" sldId="346"/>
            <ac:picMk id="9" creationId="{2A33EE7C-9CB4-3B22-645A-0C3CAA4FF4FD}"/>
          </ac:picMkLst>
        </pc:picChg>
        <pc:picChg chg="add mod modCrop">
          <ac:chgData name="이 창호" userId="92ba24a7-d58e-4179-98a0-3ca16608bcac" providerId="ADAL" clId="{39017066-EB11-4613-9103-866541A71813}" dt="2023-06-16T03:20:27.001" v="1461" actId="164"/>
          <ac:picMkLst>
            <pc:docMk/>
            <pc:sldMk cId="3741039934" sldId="346"/>
            <ac:picMk id="11" creationId="{CC19DBB2-DE8B-DD25-F7E1-221BB60D1177}"/>
          </ac:picMkLst>
        </pc:picChg>
        <pc:picChg chg="add mod">
          <ac:chgData name="이 창호" userId="92ba24a7-d58e-4179-98a0-3ca16608bcac" providerId="ADAL" clId="{39017066-EB11-4613-9103-866541A71813}" dt="2023-06-16T03:19:17.059" v="1436" actId="1076"/>
          <ac:picMkLst>
            <pc:docMk/>
            <pc:sldMk cId="3741039934" sldId="346"/>
            <ac:picMk id="9218" creationId="{6BDEEC29-DA1A-8844-195B-A10E6527FD9E}"/>
          </ac:picMkLst>
        </pc:picChg>
      </pc:sldChg>
      <pc:sldChg chg="addSp delSp modSp add mod ord">
        <pc:chgData name="이 창호" userId="92ba24a7-d58e-4179-98a0-3ca16608bcac" providerId="ADAL" clId="{39017066-EB11-4613-9103-866541A71813}" dt="2023-06-16T05:03:38.979" v="1576" actId="732"/>
        <pc:sldMkLst>
          <pc:docMk/>
          <pc:sldMk cId="1820795701" sldId="347"/>
        </pc:sldMkLst>
        <pc:spChg chg="mod">
          <ac:chgData name="이 창호" userId="92ba24a7-d58e-4179-98a0-3ca16608bcac" providerId="ADAL" clId="{39017066-EB11-4613-9103-866541A71813}" dt="2023-06-14T07:06:20.120" v="285" actId="20577"/>
          <ac:spMkLst>
            <pc:docMk/>
            <pc:sldMk cId="1820795701" sldId="347"/>
            <ac:spMk id="4" creationId="{07186D5B-15E1-8B0A-04E7-174890E676CE}"/>
          </ac:spMkLst>
        </pc:spChg>
        <pc:spChg chg="add mod">
          <ac:chgData name="이 창호" userId="92ba24a7-d58e-4179-98a0-3ca16608bcac" providerId="ADAL" clId="{39017066-EB11-4613-9103-866541A71813}" dt="2023-06-16T03:18:29.984" v="1417" actId="1076"/>
          <ac:spMkLst>
            <pc:docMk/>
            <pc:sldMk cId="1820795701" sldId="347"/>
            <ac:spMk id="5" creationId="{1CF1C42E-8C35-E75F-CFFC-3C16B559DC07}"/>
          </ac:spMkLst>
        </pc:spChg>
        <pc:grpChg chg="add mod">
          <ac:chgData name="이 창호" userId="92ba24a7-d58e-4179-98a0-3ca16608bcac" providerId="ADAL" clId="{39017066-EB11-4613-9103-866541A71813}" dt="2023-06-16T05:03:29.838" v="1574" actId="1076"/>
          <ac:grpSpMkLst>
            <pc:docMk/>
            <pc:sldMk cId="1820795701" sldId="347"/>
            <ac:grpSpMk id="16" creationId="{A79575D4-BD95-8414-2D8C-8B70AF9AFF55}"/>
          </ac:grpSpMkLst>
        </pc:grpChg>
        <pc:picChg chg="add mod">
          <ac:chgData name="이 창호" userId="92ba24a7-d58e-4179-98a0-3ca16608bcac" providerId="ADAL" clId="{39017066-EB11-4613-9103-866541A71813}" dt="2023-06-16T03:18:25.186" v="1415" actId="1076"/>
          <ac:picMkLst>
            <pc:docMk/>
            <pc:sldMk cId="1820795701" sldId="347"/>
            <ac:picMk id="2" creationId="{BDA88447-C12B-C409-A576-1899AE6E0D4A}"/>
          </ac:picMkLst>
        </pc:picChg>
        <pc:picChg chg="add mod">
          <ac:chgData name="이 창호" userId="92ba24a7-d58e-4179-98a0-3ca16608bcac" providerId="ADAL" clId="{39017066-EB11-4613-9103-866541A71813}" dt="2023-06-16T03:18:27.671" v="1416" actId="1076"/>
          <ac:picMkLst>
            <pc:docMk/>
            <pc:sldMk cId="1820795701" sldId="347"/>
            <ac:picMk id="3" creationId="{C5D1DE48-E8AA-766E-FFF5-3C1D28791143}"/>
          </ac:picMkLst>
        </pc:picChg>
        <pc:picChg chg="add del mod modCrop">
          <ac:chgData name="이 창호" userId="92ba24a7-d58e-4179-98a0-3ca16608bcac" providerId="ADAL" clId="{39017066-EB11-4613-9103-866541A71813}" dt="2023-06-16T03:18:40.548" v="1421" actId="164"/>
          <ac:picMkLst>
            <pc:docMk/>
            <pc:sldMk cId="1820795701" sldId="347"/>
            <ac:picMk id="7" creationId="{E861982E-9D84-A865-2B53-3EBFBA344C1B}"/>
          </ac:picMkLst>
        </pc:picChg>
        <pc:picChg chg="add mod modCrop">
          <ac:chgData name="이 창호" userId="92ba24a7-d58e-4179-98a0-3ca16608bcac" providerId="ADAL" clId="{39017066-EB11-4613-9103-866541A71813}" dt="2023-06-16T05:03:38.979" v="1576" actId="732"/>
          <ac:picMkLst>
            <pc:docMk/>
            <pc:sldMk cId="1820795701" sldId="347"/>
            <ac:picMk id="9" creationId="{04C036D0-F502-F73F-91F2-7E01E6A008E1}"/>
          </ac:picMkLst>
        </pc:picChg>
        <pc:picChg chg="add mod modCrop">
          <ac:chgData name="이 창호" userId="92ba24a7-d58e-4179-98a0-3ca16608bcac" providerId="ADAL" clId="{39017066-EB11-4613-9103-866541A71813}" dt="2023-06-16T05:03:34.948" v="1575" actId="1076"/>
          <ac:picMkLst>
            <pc:docMk/>
            <pc:sldMk cId="1820795701" sldId="347"/>
            <ac:picMk id="11" creationId="{A362DB0B-7058-ED25-8370-399694AAFC59}"/>
          </ac:picMkLst>
        </pc:picChg>
        <pc:picChg chg="add mod">
          <ac:chgData name="이 창호" userId="92ba24a7-d58e-4179-98a0-3ca16608bcac" providerId="ADAL" clId="{39017066-EB11-4613-9103-866541A71813}" dt="2023-06-16T03:17:34.393" v="1395" actId="571"/>
          <ac:picMkLst>
            <pc:docMk/>
            <pc:sldMk cId="1820795701" sldId="347"/>
            <ac:picMk id="12" creationId="{5CA8B826-E299-762A-55DD-CD4C89554756}"/>
          </ac:picMkLst>
        </pc:picChg>
        <pc:picChg chg="add mod">
          <ac:chgData name="이 창호" userId="92ba24a7-d58e-4179-98a0-3ca16608bcac" providerId="ADAL" clId="{39017066-EB11-4613-9103-866541A71813}" dt="2023-06-16T03:17:21.463" v="1380" actId="571"/>
          <ac:picMkLst>
            <pc:docMk/>
            <pc:sldMk cId="1820795701" sldId="347"/>
            <ac:picMk id="13" creationId="{696F740F-0C38-235B-ACFB-5CC0A6F1E28C}"/>
          </ac:picMkLst>
        </pc:picChg>
        <pc:picChg chg="add mod">
          <ac:chgData name="이 창호" userId="92ba24a7-d58e-4179-98a0-3ca16608bcac" providerId="ADAL" clId="{39017066-EB11-4613-9103-866541A71813}" dt="2023-06-16T03:17:21.463" v="1380" actId="571"/>
          <ac:picMkLst>
            <pc:docMk/>
            <pc:sldMk cId="1820795701" sldId="347"/>
            <ac:picMk id="14" creationId="{94993F9E-8568-AFFA-8E87-00377D8EB64F}"/>
          </ac:picMkLst>
        </pc:picChg>
        <pc:picChg chg="add mod">
          <ac:chgData name="이 창호" userId="92ba24a7-d58e-4179-98a0-3ca16608bcac" providerId="ADAL" clId="{39017066-EB11-4613-9103-866541A71813}" dt="2023-06-16T03:13:15.769" v="1284" actId="1076"/>
          <ac:picMkLst>
            <pc:docMk/>
            <pc:sldMk cId="1820795701" sldId="347"/>
            <ac:picMk id="8194" creationId="{BCE5C240-D987-2386-A7BD-4B4EC612F663}"/>
          </ac:picMkLst>
        </pc:picChg>
      </pc:sldChg>
      <pc:sldChg chg="addSp delSp modSp add mod">
        <pc:chgData name="이 창호" userId="92ba24a7-d58e-4179-98a0-3ca16608bcac" providerId="ADAL" clId="{39017066-EB11-4613-9103-866541A71813}" dt="2023-06-16T03:00:47.082" v="1136"/>
        <pc:sldMkLst>
          <pc:docMk/>
          <pc:sldMk cId="360588896" sldId="348"/>
        </pc:sldMkLst>
        <pc:spChg chg="mod">
          <ac:chgData name="이 창호" userId="92ba24a7-d58e-4179-98a0-3ca16608bcac" providerId="ADAL" clId="{39017066-EB11-4613-9103-866541A71813}" dt="2023-06-15T08:43:29.297" v="691"/>
          <ac:spMkLst>
            <pc:docMk/>
            <pc:sldMk cId="360588896" sldId="348"/>
            <ac:spMk id="4" creationId="{07186D5B-15E1-8B0A-04E7-174890E676CE}"/>
          </ac:spMkLst>
        </pc:spChg>
        <pc:graphicFrameChg chg="add mod modGraphic">
          <ac:chgData name="이 창호" userId="92ba24a7-d58e-4179-98a0-3ca16608bcac" providerId="ADAL" clId="{39017066-EB11-4613-9103-866541A71813}" dt="2023-06-16T03:00:47.082" v="1136"/>
          <ac:graphicFrameMkLst>
            <pc:docMk/>
            <pc:sldMk cId="360588896" sldId="348"/>
            <ac:graphicFrameMk id="16" creationId="{BA3293DE-21A0-AE9F-5E5F-4FBF4A8D42B0}"/>
          </ac:graphicFrameMkLst>
        </pc:graphicFrameChg>
        <pc:picChg chg="del">
          <ac:chgData name="이 창호" userId="92ba24a7-d58e-4179-98a0-3ca16608bcac" providerId="ADAL" clId="{39017066-EB11-4613-9103-866541A71813}" dt="2023-06-15T08:16:16.857" v="329" actId="478"/>
          <ac:picMkLst>
            <pc:docMk/>
            <pc:sldMk cId="360588896" sldId="348"/>
            <ac:picMk id="2" creationId="{08741732-2A74-76ED-10BB-DAF9B24D066A}"/>
          </ac:picMkLst>
        </pc:picChg>
        <pc:picChg chg="del">
          <ac:chgData name="이 창호" userId="92ba24a7-d58e-4179-98a0-3ca16608bcac" providerId="ADAL" clId="{39017066-EB11-4613-9103-866541A71813}" dt="2023-06-15T08:16:16.634" v="328" actId="478"/>
          <ac:picMkLst>
            <pc:docMk/>
            <pc:sldMk cId="360588896" sldId="348"/>
            <ac:picMk id="3" creationId="{77505DD5-1825-55AE-CCC6-4EAB757EA21A}"/>
          </ac:picMkLst>
        </pc:picChg>
        <pc:picChg chg="add del mod">
          <ac:chgData name="이 창호" userId="92ba24a7-d58e-4179-98a0-3ca16608bcac" providerId="ADAL" clId="{39017066-EB11-4613-9103-866541A71813}" dt="2023-06-15T08:43:12.877" v="658" actId="478"/>
          <ac:picMkLst>
            <pc:docMk/>
            <pc:sldMk cId="360588896" sldId="348"/>
            <ac:picMk id="6" creationId="{9D2570D4-6F01-CB36-DA52-5D42C2A6860B}"/>
          </ac:picMkLst>
        </pc:picChg>
        <pc:picChg chg="add del mod">
          <ac:chgData name="이 창호" userId="92ba24a7-d58e-4179-98a0-3ca16608bcac" providerId="ADAL" clId="{39017066-EB11-4613-9103-866541A71813}" dt="2023-06-15T08:43:12.877" v="658" actId="478"/>
          <ac:picMkLst>
            <pc:docMk/>
            <pc:sldMk cId="360588896" sldId="348"/>
            <ac:picMk id="8" creationId="{1B14B9AA-466C-399A-C8BE-9C6904ECF111}"/>
          </ac:picMkLst>
        </pc:picChg>
        <pc:picChg chg="add del mod">
          <ac:chgData name="이 창호" userId="92ba24a7-d58e-4179-98a0-3ca16608bcac" providerId="ADAL" clId="{39017066-EB11-4613-9103-866541A71813}" dt="2023-06-15T08:43:11.262" v="657" actId="478"/>
          <ac:picMkLst>
            <pc:docMk/>
            <pc:sldMk cId="360588896" sldId="348"/>
            <ac:picMk id="10" creationId="{5E2CC2AE-E8A1-218F-C85C-E9470D65C132}"/>
          </ac:picMkLst>
        </pc:picChg>
        <pc:picChg chg="del">
          <ac:chgData name="이 창호" userId="92ba24a7-d58e-4179-98a0-3ca16608bcac" providerId="ADAL" clId="{39017066-EB11-4613-9103-866541A71813}" dt="2023-06-15T08:16:17.225" v="330" actId="478"/>
          <ac:picMkLst>
            <pc:docMk/>
            <pc:sldMk cId="360588896" sldId="348"/>
            <ac:picMk id="1026" creationId="{CDCB20C5-9E21-C32B-D0D6-00AD9A62C279}"/>
          </ac:picMkLst>
        </pc:picChg>
        <pc:cxnChg chg="add del mod">
          <ac:chgData name="이 창호" userId="92ba24a7-d58e-4179-98a0-3ca16608bcac" providerId="ADAL" clId="{39017066-EB11-4613-9103-866541A71813}" dt="2023-06-15T08:43:12.877" v="658" actId="478"/>
          <ac:cxnSpMkLst>
            <pc:docMk/>
            <pc:sldMk cId="360588896" sldId="348"/>
            <ac:cxnSpMk id="12" creationId="{933453D6-4A8D-686B-F428-A5ED0AC2FB8F}"/>
          </ac:cxnSpMkLst>
        </pc:cxnChg>
        <pc:cxnChg chg="add del mod">
          <ac:chgData name="이 창호" userId="92ba24a7-d58e-4179-98a0-3ca16608bcac" providerId="ADAL" clId="{39017066-EB11-4613-9103-866541A71813}" dt="2023-06-15T08:43:12.877" v="658" actId="478"/>
          <ac:cxnSpMkLst>
            <pc:docMk/>
            <pc:sldMk cId="360588896" sldId="348"/>
            <ac:cxnSpMk id="13" creationId="{3C0A5E8F-F1DA-4B8C-AEEB-474D55178963}"/>
          </ac:cxnSpMkLst>
        </pc:cxnChg>
      </pc:sldChg>
      <pc:sldChg chg="addSp delSp modSp add mod">
        <pc:chgData name="이 창호" userId="92ba24a7-d58e-4179-98a0-3ca16608bcac" providerId="ADAL" clId="{39017066-EB11-4613-9103-866541A71813}" dt="2023-06-15T08:40:29.939" v="499" actId="1076"/>
        <pc:sldMkLst>
          <pc:docMk/>
          <pc:sldMk cId="2411307402" sldId="349"/>
        </pc:sldMkLst>
        <pc:spChg chg="mod">
          <ac:chgData name="이 창호" userId="92ba24a7-d58e-4179-98a0-3ca16608bcac" providerId="ADAL" clId="{39017066-EB11-4613-9103-866541A71813}" dt="2023-06-15T08:40:14.845" v="493"/>
          <ac:spMkLst>
            <pc:docMk/>
            <pc:sldMk cId="2411307402" sldId="349"/>
            <ac:spMk id="4" creationId="{07186D5B-15E1-8B0A-04E7-174890E676CE}"/>
          </ac:spMkLst>
        </pc:spChg>
        <pc:spChg chg="mod">
          <ac:chgData name="이 창호" userId="92ba24a7-d58e-4179-98a0-3ca16608bcac" providerId="ADAL" clId="{39017066-EB11-4613-9103-866541A71813}" dt="2023-06-15T08:40:21.002" v="495" actId="1076"/>
          <ac:spMkLst>
            <pc:docMk/>
            <pc:sldMk cId="2411307402" sldId="349"/>
            <ac:spMk id="7" creationId="{BB51510F-D6F5-DE94-C2D4-127CC511ADCB}"/>
          </ac:spMkLst>
        </pc:spChg>
        <pc:spChg chg="add mod">
          <ac:chgData name="이 창호" userId="92ba24a7-d58e-4179-98a0-3ca16608bcac" providerId="ADAL" clId="{39017066-EB11-4613-9103-866541A71813}" dt="2023-06-15T08:40:22.960" v="496" actId="20577"/>
          <ac:spMkLst>
            <pc:docMk/>
            <pc:sldMk cId="2411307402" sldId="349"/>
            <ac:spMk id="8" creationId="{17D3D4DB-9284-BEE4-F0F9-662C8018A503}"/>
          </ac:spMkLst>
        </pc:spChg>
        <pc:grpChg chg="add mod">
          <ac:chgData name="이 창호" userId="92ba24a7-d58e-4179-98a0-3ca16608bcac" providerId="ADAL" clId="{39017066-EB11-4613-9103-866541A71813}" dt="2023-06-15T08:40:28.396" v="498" actId="1076"/>
          <ac:grpSpMkLst>
            <pc:docMk/>
            <pc:sldMk cId="2411307402" sldId="349"/>
            <ac:grpSpMk id="5" creationId="{63F9D5F1-1A9F-A9BC-84D2-D7FEADD9F6C2}"/>
          </ac:grpSpMkLst>
        </pc:grpChg>
        <pc:grpChg chg="add mod">
          <ac:chgData name="이 창호" userId="92ba24a7-d58e-4179-98a0-3ca16608bcac" providerId="ADAL" clId="{39017066-EB11-4613-9103-866541A71813}" dt="2023-06-15T08:40:29.939" v="499" actId="1076"/>
          <ac:grpSpMkLst>
            <pc:docMk/>
            <pc:sldMk cId="2411307402" sldId="349"/>
            <ac:grpSpMk id="9" creationId="{E18CEEDA-397F-6339-7D8B-41ADA44B07E1}"/>
          </ac:grpSpMkLst>
        </pc:grpChg>
        <pc:picChg chg="del">
          <ac:chgData name="이 창호" userId="92ba24a7-d58e-4179-98a0-3ca16608bcac" providerId="ADAL" clId="{39017066-EB11-4613-9103-866541A71813}" dt="2023-06-15T08:40:02.453" v="464" actId="478"/>
          <ac:picMkLst>
            <pc:docMk/>
            <pc:sldMk cId="2411307402" sldId="349"/>
            <ac:picMk id="2" creationId="{08741732-2A74-76ED-10BB-DAF9B24D066A}"/>
          </ac:picMkLst>
        </pc:picChg>
        <pc:picChg chg="del mod">
          <ac:chgData name="이 창호" userId="92ba24a7-d58e-4179-98a0-3ca16608bcac" providerId="ADAL" clId="{39017066-EB11-4613-9103-866541A71813}" dt="2023-06-15T08:40:02.677" v="466" actId="478"/>
          <ac:picMkLst>
            <pc:docMk/>
            <pc:sldMk cId="2411307402" sldId="349"/>
            <ac:picMk id="3" creationId="{77505DD5-1825-55AE-CCC6-4EAB757EA21A}"/>
          </ac:picMkLst>
        </pc:picChg>
        <pc:picChg chg="mod">
          <ac:chgData name="이 창호" userId="92ba24a7-d58e-4179-98a0-3ca16608bcac" providerId="ADAL" clId="{39017066-EB11-4613-9103-866541A71813}" dt="2023-06-15T08:40:21.002" v="495" actId="1076"/>
          <ac:picMkLst>
            <pc:docMk/>
            <pc:sldMk cId="2411307402" sldId="349"/>
            <ac:picMk id="6" creationId="{72D54D42-D8FA-45F6-F882-3654327B1ED1}"/>
          </ac:picMkLst>
        </pc:picChg>
        <pc:picChg chg="mod">
          <ac:chgData name="이 창호" userId="92ba24a7-d58e-4179-98a0-3ca16608bcac" providerId="ADAL" clId="{39017066-EB11-4613-9103-866541A71813}" dt="2023-06-15T08:40:29.939" v="499" actId="1076"/>
          <ac:picMkLst>
            <pc:docMk/>
            <pc:sldMk cId="2411307402" sldId="349"/>
            <ac:picMk id="10" creationId="{485DCBCC-C5BA-25B7-3259-76C668EF619B}"/>
          </ac:picMkLst>
        </pc:picChg>
        <pc:picChg chg="mod">
          <ac:chgData name="이 창호" userId="92ba24a7-d58e-4179-98a0-3ca16608bcac" providerId="ADAL" clId="{39017066-EB11-4613-9103-866541A71813}" dt="2023-06-15T08:40:29.939" v="499" actId="1076"/>
          <ac:picMkLst>
            <pc:docMk/>
            <pc:sldMk cId="2411307402" sldId="349"/>
            <ac:picMk id="11" creationId="{A27AE4D6-BA9E-24DA-CDDC-93DEA24B35AF}"/>
          </ac:picMkLst>
        </pc:picChg>
        <pc:picChg chg="mod">
          <ac:chgData name="이 창호" userId="92ba24a7-d58e-4179-98a0-3ca16608bcac" providerId="ADAL" clId="{39017066-EB11-4613-9103-866541A71813}" dt="2023-06-15T08:40:29.939" v="499" actId="1076"/>
          <ac:picMkLst>
            <pc:docMk/>
            <pc:sldMk cId="2411307402" sldId="349"/>
            <ac:picMk id="12" creationId="{3653BF54-2C3D-F77E-4F9B-87325628FD96}"/>
          </ac:picMkLst>
        </pc:picChg>
        <pc:picChg chg="del">
          <ac:chgData name="이 창호" userId="92ba24a7-d58e-4179-98a0-3ca16608bcac" providerId="ADAL" clId="{39017066-EB11-4613-9103-866541A71813}" dt="2023-06-15T08:40:03.438" v="467" actId="478"/>
          <ac:picMkLst>
            <pc:docMk/>
            <pc:sldMk cId="2411307402" sldId="349"/>
            <ac:picMk id="1026" creationId="{CDCB20C5-9E21-C32B-D0D6-00AD9A62C279}"/>
          </ac:picMkLst>
        </pc:picChg>
      </pc:sldChg>
      <pc:sldChg chg="add del">
        <pc:chgData name="이 창호" userId="92ba24a7-d58e-4179-98a0-3ca16608bcac" providerId="ADAL" clId="{39017066-EB11-4613-9103-866541A71813}" dt="2023-06-15T08:37:46.560" v="407"/>
        <pc:sldMkLst>
          <pc:docMk/>
          <pc:sldMk cId="2728068498" sldId="349"/>
        </pc:sldMkLst>
      </pc:sldChg>
      <pc:sldChg chg="addSp delSp modSp add mod">
        <pc:chgData name="이 창호" userId="92ba24a7-d58e-4179-98a0-3ca16608bcac" providerId="ADAL" clId="{39017066-EB11-4613-9103-866541A71813}" dt="2023-06-16T02:41:38.323" v="838" actId="1076"/>
        <pc:sldMkLst>
          <pc:docMk/>
          <pc:sldMk cId="3337457843" sldId="350"/>
        </pc:sldMkLst>
        <pc:spChg chg="del mod topLvl">
          <ac:chgData name="이 창호" userId="92ba24a7-d58e-4179-98a0-3ca16608bcac" providerId="ADAL" clId="{39017066-EB11-4613-9103-866541A71813}" dt="2023-06-16T02:41:34.757" v="835" actId="478"/>
          <ac:spMkLst>
            <pc:docMk/>
            <pc:sldMk cId="3337457843" sldId="350"/>
            <ac:spMk id="7" creationId="{D55F76C0-E1EC-4405-5BA5-A70BDF16E03C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9" creationId="{57BE8D70-51C3-8BD1-6000-F3E462D1018E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10" creationId="{FCCC74CB-4487-626B-F867-11887FF70FDA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11" creationId="{579AFE1D-DF69-5C76-2070-EDA9915359B7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12" creationId="{1BD92AC7-8AF7-FB28-022B-075E948C1D5C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13" creationId="{E7C035D2-1EAF-09EA-03C1-78B9B98D6207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14" creationId="{2F53A5EC-E70E-331D-C51B-735AD29359AD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16" creationId="{EF5E7C71-DA04-DED1-4E60-C158BEA39B2B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20" creationId="{90FA7493-6D13-C8AD-9F91-049FDEB747AE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25" creationId="{0ABAC4DB-B0AE-D07B-1960-0C6837BE23C3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26" creationId="{15DDA149-0E26-AAEA-929C-BB4EEC9D425D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28" creationId="{3DC2651C-8F3C-D6C5-507E-523CC4224063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29" creationId="{81C9E43E-5E90-1BDA-1E48-EF2C33AE43AF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30" creationId="{94B60CE9-B133-2F13-B05B-33931B82B5B3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31" creationId="{127F002C-12CD-DE90-803D-0223D9B25D0F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32" creationId="{18B0F8B2-DA41-179C-906E-89F5C87B5BFC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33" creationId="{269DB1BE-77BB-281A-6BE2-48A60C39A55A}"/>
          </ac:spMkLst>
        </pc:spChg>
        <pc:spChg chg="mod">
          <ac:chgData name="이 창호" userId="92ba24a7-d58e-4179-98a0-3ca16608bcac" providerId="ADAL" clId="{39017066-EB11-4613-9103-866541A71813}" dt="2023-06-16T02:41:16.036" v="826"/>
          <ac:spMkLst>
            <pc:docMk/>
            <pc:sldMk cId="3337457843" sldId="350"/>
            <ac:spMk id="34" creationId="{B6C3EC73-4C7E-B4BB-6F31-730F78BA01AE}"/>
          </ac:spMkLst>
        </pc:spChg>
        <pc:grpChg chg="add del mod">
          <ac:chgData name="이 창호" userId="92ba24a7-d58e-4179-98a0-3ca16608bcac" providerId="ADAL" clId="{39017066-EB11-4613-9103-866541A71813}" dt="2023-06-16T02:41:34.757" v="835" actId="478"/>
          <ac:grpSpMkLst>
            <pc:docMk/>
            <pc:sldMk cId="3337457843" sldId="350"/>
            <ac:grpSpMk id="5" creationId="{60FA38F7-4CF9-D480-9BF4-C93D4EEA2539}"/>
          </ac:grpSpMkLst>
        </pc:grpChg>
        <pc:grpChg chg="mod topLvl">
          <ac:chgData name="이 창호" userId="92ba24a7-d58e-4179-98a0-3ca16608bcac" providerId="ADAL" clId="{39017066-EB11-4613-9103-866541A71813}" dt="2023-06-16T02:41:34.757" v="835" actId="478"/>
          <ac:grpSpMkLst>
            <pc:docMk/>
            <pc:sldMk cId="3337457843" sldId="350"/>
            <ac:grpSpMk id="6" creationId="{3707E6A2-FC4F-62C3-332E-84A8D695F809}"/>
          </ac:grpSpMkLst>
        </pc:grpChg>
        <pc:picChg chg="mod">
          <ac:chgData name="이 창호" userId="92ba24a7-d58e-4179-98a0-3ca16608bcac" providerId="ADAL" clId="{39017066-EB11-4613-9103-866541A71813}" dt="2023-06-16T02:41:26.786" v="832" actId="1076"/>
          <ac:picMkLst>
            <pc:docMk/>
            <pc:sldMk cId="3337457843" sldId="350"/>
            <ac:picMk id="2" creationId="{08741732-2A74-76ED-10BB-DAF9B24D066A}"/>
          </ac:picMkLst>
        </pc:picChg>
        <pc:picChg chg="mod">
          <ac:chgData name="이 창호" userId="92ba24a7-d58e-4179-98a0-3ca16608bcac" providerId="ADAL" clId="{39017066-EB11-4613-9103-866541A71813}" dt="2023-06-16T02:41:24.084" v="831" actId="1076"/>
          <ac:picMkLst>
            <pc:docMk/>
            <pc:sldMk cId="3337457843" sldId="350"/>
            <ac:picMk id="3" creationId="{77505DD5-1825-55AE-CCC6-4EAB757EA21A}"/>
          </ac:picMkLst>
        </pc:picChg>
        <pc:picChg chg="mod">
          <ac:chgData name="이 창호" userId="92ba24a7-d58e-4179-98a0-3ca16608bcac" providerId="ADAL" clId="{39017066-EB11-4613-9103-866541A71813}" dt="2023-06-16T02:41:16.036" v="826"/>
          <ac:picMkLst>
            <pc:docMk/>
            <pc:sldMk cId="3337457843" sldId="350"/>
            <ac:picMk id="8" creationId="{92FDD3B8-C4D4-E55E-53F6-8FFCEF1700DD}"/>
          </ac:picMkLst>
        </pc:picChg>
        <pc:picChg chg="mod">
          <ac:chgData name="이 창호" userId="92ba24a7-d58e-4179-98a0-3ca16608bcac" providerId="ADAL" clId="{39017066-EB11-4613-9103-866541A71813}" dt="2023-06-16T02:41:16.036" v="826"/>
          <ac:picMkLst>
            <pc:docMk/>
            <pc:sldMk cId="3337457843" sldId="350"/>
            <ac:picMk id="21" creationId="{7EECA396-543F-2095-47EF-4720270398F3}"/>
          </ac:picMkLst>
        </pc:picChg>
        <pc:picChg chg="mod">
          <ac:chgData name="이 창호" userId="92ba24a7-d58e-4179-98a0-3ca16608bcac" providerId="ADAL" clId="{39017066-EB11-4613-9103-866541A71813}" dt="2023-06-16T02:41:16.036" v="826"/>
          <ac:picMkLst>
            <pc:docMk/>
            <pc:sldMk cId="3337457843" sldId="350"/>
            <ac:picMk id="22" creationId="{DC515418-4B60-5EF1-DA43-2A2EF13B2899}"/>
          </ac:picMkLst>
        </pc:picChg>
        <pc:picChg chg="mod">
          <ac:chgData name="이 창호" userId="92ba24a7-d58e-4179-98a0-3ca16608bcac" providerId="ADAL" clId="{39017066-EB11-4613-9103-866541A71813}" dt="2023-06-16T02:41:16.036" v="826"/>
          <ac:picMkLst>
            <pc:docMk/>
            <pc:sldMk cId="3337457843" sldId="350"/>
            <ac:picMk id="23" creationId="{3C59B880-EB04-BB6E-26FF-3AC248F3706B}"/>
          </ac:picMkLst>
        </pc:picChg>
        <pc:picChg chg="mod">
          <ac:chgData name="이 창호" userId="92ba24a7-d58e-4179-98a0-3ca16608bcac" providerId="ADAL" clId="{39017066-EB11-4613-9103-866541A71813}" dt="2023-06-16T02:41:16.036" v="826"/>
          <ac:picMkLst>
            <pc:docMk/>
            <pc:sldMk cId="3337457843" sldId="350"/>
            <ac:picMk id="24" creationId="{AE14B878-1BC0-3921-C96F-20DEE6625F7B}"/>
          </ac:picMkLst>
        </pc:picChg>
        <pc:picChg chg="mod">
          <ac:chgData name="이 창호" userId="92ba24a7-d58e-4179-98a0-3ca16608bcac" providerId="ADAL" clId="{39017066-EB11-4613-9103-866541A71813}" dt="2023-06-16T02:41:38.323" v="838" actId="1076"/>
          <ac:picMkLst>
            <pc:docMk/>
            <pc:sldMk cId="3337457843" sldId="350"/>
            <ac:picMk id="1026" creationId="{CDCB20C5-9E21-C32B-D0D6-00AD9A62C279}"/>
          </ac:picMkLst>
        </pc:picChg>
      </pc:sldChg>
      <pc:sldChg chg="modSp add mod">
        <pc:chgData name="이 창호" userId="92ba24a7-d58e-4179-98a0-3ca16608bcac" providerId="ADAL" clId="{39017066-EB11-4613-9103-866541A71813}" dt="2023-06-16T03:31:39.156" v="1551" actId="14100"/>
        <pc:sldMkLst>
          <pc:docMk/>
          <pc:sldMk cId="1480224803" sldId="351"/>
        </pc:sldMkLst>
        <pc:picChg chg="mod">
          <ac:chgData name="이 창호" userId="92ba24a7-d58e-4179-98a0-3ca16608bcac" providerId="ADAL" clId="{39017066-EB11-4613-9103-866541A71813}" dt="2023-06-16T03:31:12.416" v="1543" actId="1076"/>
          <ac:picMkLst>
            <pc:docMk/>
            <pc:sldMk cId="1480224803" sldId="351"/>
            <ac:picMk id="6" creationId="{9D2570D4-6F01-CB36-DA52-5D42C2A6860B}"/>
          </ac:picMkLst>
        </pc:picChg>
        <pc:picChg chg="mod">
          <ac:chgData name="이 창호" userId="92ba24a7-d58e-4179-98a0-3ca16608bcac" providerId="ADAL" clId="{39017066-EB11-4613-9103-866541A71813}" dt="2023-06-16T03:31:13.711" v="1544" actId="1076"/>
          <ac:picMkLst>
            <pc:docMk/>
            <pc:sldMk cId="1480224803" sldId="351"/>
            <ac:picMk id="8" creationId="{1B14B9AA-466C-399A-C8BE-9C6904ECF111}"/>
          </ac:picMkLst>
        </pc:picChg>
        <pc:picChg chg="mod">
          <ac:chgData name="이 창호" userId="92ba24a7-d58e-4179-98a0-3ca16608bcac" providerId="ADAL" clId="{39017066-EB11-4613-9103-866541A71813}" dt="2023-06-16T03:31:08.728" v="1542" actId="1076"/>
          <ac:picMkLst>
            <pc:docMk/>
            <pc:sldMk cId="1480224803" sldId="351"/>
            <ac:picMk id="10" creationId="{5E2CC2AE-E8A1-218F-C85C-E9470D65C132}"/>
          </ac:picMkLst>
        </pc:picChg>
        <pc:cxnChg chg="mod">
          <ac:chgData name="이 창호" userId="92ba24a7-d58e-4179-98a0-3ca16608bcac" providerId="ADAL" clId="{39017066-EB11-4613-9103-866541A71813}" dt="2023-06-16T03:31:39.156" v="1551" actId="14100"/>
          <ac:cxnSpMkLst>
            <pc:docMk/>
            <pc:sldMk cId="1480224803" sldId="351"/>
            <ac:cxnSpMk id="12" creationId="{933453D6-4A8D-686B-F428-A5ED0AC2FB8F}"/>
          </ac:cxnSpMkLst>
        </pc:cxnChg>
        <pc:cxnChg chg="mod">
          <ac:chgData name="이 창호" userId="92ba24a7-d58e-4179-98a0-3ca16608bcac" providerId="ADAL" clId="{39017066-EB11-4613-9103-866541A71813}" dt="2023-06-16T03:31:37.121" v="1550" actId="14100"/>
          <ac:cxnSpMkLst>
            <pc:docMk/>
            <pc:sldMk cId="1480224803" sldId="351"/>
            <ac:cxnSpMk id="13" creationId="{3C0A5E8F-F1DA-4B8C-AEEB-474D55178963}"/>
          </ac:cxnSpMkLst>
        </pc:cxnChg>
      </pc:sldChg>
      <pc:sldChg chg="addSp delSp modSp add mod">
        <pc:chgData name="이 창호" userId="92ba24a7-d58e-4179-98a0-3ca16608bcac" providerId="ADAL" clId="{39017066-EB11-4613-9103-866541A71813}" dt="2023-06-16T03:31:53.673" v="1554" actId="14100"/>
        <pc:sldMkLst>
          <pc:docMk/>
          <pc:sldMk cId="331887288" sldId="352"/>
        </pc:sldMkLst>
        <pc:spChg chg="mod">
          <ac:chgData name="이 창호" userId="92ba24a7-d58e-4179-98a0-3ca16608bcac" providerId="ADAL" clId="{39017066-EB11-4613-9103-866541A71813}" dt="2023-06-16T03:30:06.592" v="1524" actId="20577"/>
          <ac:spMkLst>
            <pc:docMk/>
            <pc:sldMk cId="331887288" sldId="352"/>
            <ac:spMk id="4" creationId="{07186D5B-15E1-8B0A-04E7-174890E676CE}"/>
          </ac:spMkLst>
        </pc:spChg>
        <pc:picChg chg="add mod">
          <ac:chgData name="이 창호" userId="92ba24a7-d58e-4179-98a0-3ca16608bcac" providerId="ADAL" clId="{39017066-EB11-4613-9103-866541A71813}" dt="2023-06-16T03:31:53.673" v="1554" actId="14100"/>
          <ac:picMkLst>
            <pc:docMk/>
            <pc:sldMk cId="331887288" sldId="352"/>
            <ac:picMk id="3" creationId="{9A294395-B674-1459-8405-ED954DA1E47A}"/>
          </ac:picMkLst>
        </pc:picChg>
        <pc:picChg chg="del">
          <ac:chgData name="이 창호" userId="92ba24a7-d58e-4179-98a0-3ca16608bcac" providerId="ADAL" clId="{39017066-EB11-4613-9103-866541A71813}" dt="2023-06-16T03:29:27.304" v="1511" actId="478"/>
          <ac:picMkLst>
            <pc:docMk/>
            <pc:sldMk cId="331887288" sldId="352"/>
            <ac:picMk id="6" creationId="{9D2570D4-6F01-CB36-DA52-5D42C2A6860B}"/>
          </ac:picMkLst>
        </pc:picChg>
        <pc:picChg chg="del">
          <ac:chgData name="이 창호" userId="92ba24a7-d58e-4179-98a0-3ca16608bcac" providerId="ADAL" clId="{39017066-EB11-4613-9103-866541A71813}" dt="2023-06-16T03:29:27.617" v="1512" actId="478"/>
          <ac:picMkLst>
            <pc:docMk/>
            <pc:sldMk cId="331887288" sldId="352"/>
            <ac:picMk id="8" creationId="{1B14B9AA-466C-399A-C8BE-9C6904ECF111}"/>
          </ac:picMkLst>
        </pc:picChg>
        <pc:picChg chg="del">
          <ac:chgData name="이 창호" userId="92ba24a7-d58e-4179-98a0-3ca16608bcac" providerId="ADAL" clId="{39017066-EB11-4613-9103-866541A71813}" dt="2023-06-16T03:29:23.525" v="1506" actId="478"/>
          <ac:picMkLst>
            <pc:docMk/>
            <pc:sldMk cId="331887288" sldId="352"/>
            <ac:picMk id="10" creationId="{5E2CC2AE-E8A1-218F-C85C-E9470D65C132}"/>
          </ac:picMkLst>
        </pc:picChg>
        <pc:cxnChg chg="del">
          <ac:chgData name="이 창호" userId="92ba24a7-d58e-4179-98a0-3ca16608bcac" providerId="ADAL" clId="{39017066-EB11-4613-9103-866541A71813}" dt="2023-06-16T03:29:27.086" v="1510" actId="478"/>
          <ac:cxnSpMkLst>
            <pc:docMk/>
            <pc:sldMk cId="331887288" sldId="352"/>
            <ac:cxnSpMk id="12" creationId="{933453D6-4A8D-686B-F428-A5ED0AC2FB8F}"/>
          </ac:cxnSpMkLst>
        </pc:cxnChg>
        <pc:cxnChg chg="del">
          <ac:chgData name="이 창호" userId="92ba24a7-d58e-4179-98a0-3ca16608bcac" providerId="ADAL" clId="{39017066-EB11-4613-9103-866541A71813}" dt="2023-06-16T03:29:24.460" v="1507" actId="478"/>
          <ac:cxnSpMkLst>
            <pc:docMk/>
            <pc:sldMk cId="331887288" sldId="352"/>
            <ac:cxnSpMk id="13" creationId="{3C0A5E8F-F1DA-4B8C-AEEB-474D55178963}"/>
          </ac:cxnSpMkLst>
        </pc:cxnChg>
      </pc:sldChg>
      <pc:sldChg chg="addSp delSp modSp add mod">
        <pc:chgData name="이 창호" userId="92ba24a7-d58e-4179-98a0-3ca16608bcac" providerId="ADAL" clId="{39017066-EB11-4613-9103-866541A71813}" dt="2023-06-16T03:32:01.179" v="1556" actId="1076"/>
        <pc:sldMkLst>
          <pc:docMk/>
          <pc:sldMk cId="260905658" sldId="353"/>
        </pc:sldMkLst>
        <pc:spChg chg="mod">
          <ac:chgData name="이 창호" userId="92ba24a7-d58e-4179-98a0-3ca16608bcac" providerId="ADAL" clId="{39017066-EB11-4613-9103-866541A71813}" dt="2023-06-16T03:30:30.336" v="1541" actId="20577"/>
          <ac:spMkLst>
            <pc:docMk/>
            <pc:sldMk cId="260905658" sldId="353"/>
            <ac:spMk id="4" creationId="{07186D5B-15E1-8B0A-04E7-174890E676CE}"/>
          </ac:spMkLst>
        </pc:spChg>
        <pc:picChg chg="del">
          <ac:chgData name="이 창호" userId="92ba24a7-d58e-4179-98a0-3ca16608bcac" providerId="ADAL" clId="{39017066-EB11-4613-9103-866541A71813}" dt="2023-06-16T03:30:13.423" v="1526" actId="478"/>
          <ac:picMkLst>
            <pc:docMk/>
            <pc:sldMk cId="260905658" sldId="353"/>
            <ac:picMk id="3" creationId="{9A294395-B674-1459-8405-ED954DA1E47A}"/>
          </ac:picMkLst>
        </pc:picChg>
        <pc:picChg chg="add mod">
          <ac:chgData name="이 창호" userId="92ba24a7-d58e-4179-98a0-3ca16608bcac" providerId="ADAL" clId="{39017066-EB11-4613-9103-866541A71813}" dt="2023-06-16T03:32:01.179" v="1556" actId="1076"/>
          <ac:picMkLst>
            <pc:docMk/>
            <pc:sldMk cId="260905658" sldId="353"/>
            <ac:picMk id="5" creationId="{C1A917DB-41C6-0AD8-BCBA-80211DDA7FAA}"/>
          </ac:picMkLst>
        </pc:picChg>
      </pc:sldChg>
    </pc:docChg>
  </pc:docChgLst>
  <pc:docChgLst>
    <pc:chgData name="이 창호" userId="92ba24a7-d58e-4179-98a0-3ca16608bcac" providerId="ADAL" clId="{8C84A8A6-A871-4E16-9508-D89AD3810EB7}"/>
    <pc:docChg chg="modSld">
      <pc:chgData name="이 창호" userId="92ba24a7-d58e-4179-98a0-3ca16608bcac" providerId="ADAL" clId="{8C84A8A6-A871-4E16-9508-D89AD3810EB7}" dt="2023-05-29T23:39:26.150" v="3" actId="20577"/>
      <pc:docMkLst>
        <pc:docMk/>
      </pc:docMkLst>
      <pc:sldChg chg="modSp mod">
        <pc:chgData name="이 창호" userId="92ba24a7-d58e-4179-98a0-3ca16608bcac" providerId="ADAL" clId="{8C84A8A6-A871-4E16-9508-D89AD3810EB7}" dt="2023-05-29T23:39:26.150" v="3" actId="20577"/>
        <pc:sldMkLst>
          <pc:docMk/>
          <pc:sldMk cId="3998816849" sldId="322"/>
        </pc:sldMkLst>
        <pc:graphicFrameChg chg="modGraphic">
          <ac:chgData name="이 창호" userId="92ba24a7-d58e-4179-98a0-3ca16608bcac" providerId="ADAL" clId="{8C84A8A6-A871-4E16-9508-D89AD3810EB7}" dt="2023-05-29T23:39:26.150" v="3" actId="20577"/>
          <ac:graphicFrameMkLst>
            <pc:docMk/>
            <pc:sldMk cId="3998816849" sldId="322"/>
            <ac:graphicFrameMk id="14" creationId="{A3B9B5D6-5A79-3E78-5E14-8C53CE3B67FA}"/>
          </ac:graphicFrameMkLst>
        </pc:graphicFrameChg>
      </pc:sldChg>
    </pc:docChg>
  </pc:docChgLst>
  <pc:docChgLst>
    <pc:chgData name="문 정민" userId="725e898a-b1f4-4de2-af66-12035302a739" providerId="ADAL" clId="{B9E69074-8236-41B4-A294-EE5B29733434}"/>
    <pc:docChg chg="undo custSel addSld delSld modSld sldOrd">
      <pc:chgData name="문 정민" userId="725e898a-b1f4-4de2-af66-12035302a739" providerId="ADAL" clId="{B9E69074-8236-41B4-A294-EE5B29733434}" dt="2023-07-21T06:37:56.024" v="5298" actId="14100"/>
      <pc:docMkLst>
        <pc:docMk/>
      </pc:docMkLst>
      <pc:sldChg chg="add del">
        <pc:chgData name="문 정민" userId="725e898a-b1f4-4de2-af66-12035302a739" providerId="ADAL" clId="{B9E69074-8236-41B4-A294-EE5B29733434}" dt="2023-07-20T11:34:01.662" v="869" actId="47"/>
        <pc:sldMkLst>
          <pc:docMk/>
          <pc:sldMk cId="4258352962" sldId="260"/>
        </pc:sldMkLst>
      </pc:sldChg>
      <pc:sldChg chg="addSp delSp modSp mod">
        <pc:chgData name="문 정민" userId="725e898a-b1f4-4de2-af66-12035302a739" providerId="ADAL" clId="{B9E69074-8236-41B4-A294-EE5B29733434}" dt="2023-07-21T02:59:24.718" v="2544" actId="1035"/>
        <pc:sldMkLst>
          <pc:docMk/>
          <pc:sldMk cId="515965737" sldId="281"/>
        </pc:sldMkLst>
        <pc:spChg chg="add mod">
          <ac:chgData name="문 정민" userId="725e898a-b1f4-4de2-af66-12035302a739" providerId="ADAL" clId="{B9E69074-8236-41B4-A294-EE5B29733434}" dt="2023-07-20T10:03:17.833" v="5"/>
          <ac:spMkLst>
            <pc:docMk/>
            <pc:sldMk cId="515965737" sldId="281"/>
            <ac:spMk id="4" creationId="{B508D8F6-CF02-5D25-74A5-BC381563ED9D}"/>
          </ac:spMkLst>
        </pc:spChg>
        <pc:spChg chg="del">
          <ac:chgData name="문 정민" userId="725e898a-b1f4-4de2-af66-12035302a739" providerId="ADAL" clId="{B9E69074-8236-41B4-A294-EE5B29733434}" dt="2023-07-20T10:03:13.620" v="0" actId="478"/>
          <ac:spMkLst>
            <pc:docMk/>
            <pc:sldMk cId="515965737" sldId="281"/>
            <ac:spMk id="7" creationId="{01766808-12CC-6EF0-58BF-CC0C64B892D3}"/>
          </ac:spMkLst>
        </pc:spChg>
        <pc:graphicFrameChg chg="mod">
          <ac:chgData name="문 정민" userId="725e898a-b1f4-4de2-af66-12035302a739" providerId="ADAL" clId="{B9E69074-8236-41B4-A294-EE5B29733434}" dt="2023-07-21T02:59:24.718" v="2544" actId="1035"/>
          <ac:graphicFrameMkLst>
            <pc:docMk/>
            <pc:sldMk cId="515965737" sldId="281"/>
            <ac:graphicFrameMk id="3" creationId="{EA676D90-276E-E384-BC0F-77AB8B59F992}"/>
          </ac:graphicFrameMkLst>
        </pc:graphicFrameChg>
      </pc:sldChg>
      <pc:sldChg chg="modSp mod">
        <pc:chgData name="문 정민" userId="725e898a-b1f4-4de2-af66-12035302a739" providerId="ADAL" clId="{B9E69074-8236-41B4-A294-EE5B29733434}" dt="2023-07-20T10:04:15.894" v="66" actId="1038"/>
        <pc:sldMkLst>
          <pc:docMk/>
          <pc:sldMk cId="2189870071" sldId="295"/>
        </pc:sldMkLst>
        <pc:spChg chg="mod">
          <ac:chgData name="문 정민" userId="725e898a-b1f4-4de2-af66-12035302a739" providerId="ADAL" clId="{B9E69074-8236-41B4-A294-EE5B29733434}" dt="2023-07-20T10:03:42.173" v="27" actId="20577"/>
          <ac:spMkLst>
            <pc:docMk/>
            <pc:sldMk cId="2189870071" sldId="295"/>
            <ac:spMk id="1052" creationId="{590EC299-2A6A-1F1F-49A0-E498D437526D}"/>
          </ac:spMkLst>
        </pc:spChg>
        <pc:cxnChg chg="mod">
          <ac:chgData name="문 정민" userId="725e898a-b1f4-4de2-af66-12035302a739" providerId="ADAL" clId="{B9E69074-8236-41B4-A294-EE5B29733434}" dt="2023-07-20T10:04:15.894" v="66" actId="1038"/>
          <ac:cxnSpMkLst>
            <pc:docMk/>
            <pc:sldMk cId="2189870071" sldId="295"/>
            <ac:cxnSpMk id="8" creationId="{9D2051BF-BC09-D616-303A-079D0AE13FF3}"/>
          </ac:cxnSpMkLst>
        </pc:cxnChg>
      </pc:sldChg>
      <pc:sldChg chg="addSp delSp modSp add mod">
        <pc:chgData name="문 정민" userId="725e898a-b1f4-4de2-af66-12035302a739" providerId="ADAL" clId="{B9E69074-8236-41B4-A294-EE5B29733434}" dt="2023-07-21T00:37:51.789" v="1817"/>
        <pc:sldMkLst>
          <pc:docMk/>
          <pc:sldMk cId="641297542" sldId="297"/>
        </pc:sldMkLst>
        <pc:spChg chg="add mod">
          <ac:chgData name="문 정민" userId="725e898a-b1f4-4de2-af66-12035302a739" providerId="ADAL" clId="{B9E69074-8236-41B4-A294-EE5B29733434}" dt="2023-07-20T11:28:24.616" v="782"/>
          <ac:spMkLst>
            <pc:docMk/>
            <pc:sldMk cId="641297542" sldId="297"/>
            <ac:spMk id="2" creationId="{BFFC02CC-5829-F840-0868-0844287B3347}"/>
          </ac:spMkLst>
        </pc:spChg>
        <pc:spChg chg="del">
          <ac:chgData name="문 정민" userId="725e898a-b1f4-4de2-af66-12035302a739" providerId="ADAL" clId="{B9E69074-8236-41B4-A294-EE5B29733434}" dt="2023-07-20T11:38:47.091" v="921" actId="478"/>
          <ac:spMkLst>
            <pc:docMk/>
            <pc:sldMk cId="641297542" sldId="297"/>
            <ac:spMk id="6" creationId="{70841D0C-87A8-F786-3248-A934352CA31E}"/>
          </ac:spMkLst>
        </pc:spChg>
        <pc:spChg chg="add mod">
          <ac:chgData name="문 정민" userId="725e898a-b1f4-4de2-af66-12035302a739" providerId="ADAL" clId="{B9E69074-8236-41B4-A294-EE5B29733434}" dt="2023-07-20T11:39:10.526" v="953"/>
          <ac:spMkLst>
            <pc:docMk/>
            <pc:sldMk cId="641297542" sldId="297"/>
            <ac:spMk id="9" creationId="{FB1568DE-0F24-AE9F-B105-02C77A9C9162}"/>
          </ac:spMkLst>
        </pc:spChg>
        <pc:spChg chg="add mod">
          <ac:chgData name="문 정민" userId="725e898a-b1f4-4de2-af66-12035302a739" providerId="ADAL" clId="{B9E69074-8236-41B4-A294-EE5B29733434}" dt="2023-07-21T00:37:51.789" v="1817"/>
          <ac:spMkLst>
            <pc:docMk/>
            <pc:sldMk cId="641297542" sldId="297"/>
            <ac:spMk id="10" creationId="{E563DF31-4270-D435-EC5E-11C0EED24EB1}"/>
          </ac:spMkLst>
        </pc:spChg>
        <pc:spChg chg="del mod">
          <ac:chgData name="문 정민" userId="725e898a-b1f4-4de2-af66-12035302a739" providerId="ADAL" clId="{B9E69074-8236-41B4-A294-EE5B29733434}" dt="2023-07-20T11:28:21.150" v="781" actId="478"/>
          <ac:spMkLst>
            <pc:docMk/>
            <pc:sldMk cId="641297542" sldId="297"/>
            <ac:spMk id="27" creationId="{7D2185CE-F995-1C0C-8122-80A51B6A3440}"/>
          </ac:spMkLst>
        </pc:spChg>
        <pc:spChg chg="del">
          <ac:chgData name="문 정민" userId="725e898a-b1f4-4de2-af66-12035302a739" providerId="ADAL" clId="{B9E69074-8236-41B4-A294-EE5B29733434}" dt="2023-07-21T00:37:51.044" v="1816" actId="478"/>
          <ac:spMkLst>
            <pc:docMk/>
            <pc:sldMk cId="641297542" sldId="297"/>
            <ac:spMk id="1044" creationId="{94167A95-4077-82BE-8090-0BA89520C0CF}"/>
          </ac:spMkLst>
        </pc:spChg>
        <pc:grpChg chg="del">
          <ac:chgData name="문 정민" userId="725e898a-b1f4-4de2-af66-12035302a739" providerId="ADAL" clId="{B9E69074-8236-41B4-A294-EE5B29733434}" dt="2023-07-20T11:30:32.780" v="824" actId="478"/>
          <ac:grpSpMkLst>
            <pc:docMk/>
            <pc:sldMk cId="641297542" sldId="297"/>
            <ac:grpSpMk id="16" creationId="{59325BED-FFAE-EFB6-0F84-1EF341B772BD}"/>
          </ac:grpSpMkLst>
        </pc:grpChg>
        <pc:graphicFrameChg chg="mod">
          <ac:chgData name="문 정민" userId="725e898a-b1f4-4de2-af66-12035302a739" providerId="ADAL" clId="{B9E69074-8236-41B4-A294-EE5B29733434}" dt="2023-07-20T11:39:38.533" v="988" actId="1036"/>
          <ac:graphicFrameMkLst>
            <pc:docMk/>
            <pc:sldMk cId="641297542" sldId="297"/>
            <ac:graphicFrameMk id="22" creationId="{DC531187-B138-5200-222E-35159FF9C42F}"/>
          </ac:graphicFrameMkLst>
        </pc:graphicFrameChg>
        <pc:picChg chg="add del mod">
          <ac:chgData name="문 정민" userId="725e898a-b1f4-4de2-af66-12035302a739" providerId="ADAL" clId="{B9E69074-8236-41B4-A294-EE5B29733434}" dt="2023-07-20T11:30:10.232" v="819" actId="478"/>
          <ac:picMkLst>
            <pc:docMk/>
            <pc:sldMk cId="641297542" sldId="297"/>
            <ac:picMk id="4" creationId="{A9F23EB0-0265-A4E5-AE23-7CDB111468FA}"/>
          </ac:picMkLst>
        </pc:picChg>
        <pc:picChg chg="mod">
          <ac:chgData name="문 정민" userId="725e898a-b1f4-4de2-af66-12035302a739" providerId="ADAL" clId="{B9E69074-8236-41B4-A294-EE5B29733434}" dt="2023-07-20T11:39:38.533" v="988" actId="1036"/>
          <ac:picMkLst>
            <pc:docMk/>
            <pc:sldMk cId="641297542" sldId="297"/>
            <ac:picMk id="5" creationId="{5F096982-1A2D-F517-62DC-7A986F1B8F3A}"/>
          </ac:picMkLst>
        </pc:picChg>
        <pc:picChg chg="add mod">
          <ac:chgData name="문 정민" userId="725e898a-b1f4-4de2-af66-12035302a739" providerId="ADAL" clId="{B9E69074-8236-41B4-A294-EE5B29733434}" dt="2023-07-20T11:39:38.533" v="988" actId="1036"/>
          <ac:picMkLst>
            <pc:docMk/>
            <pc:sldMk cId="641297542" sldId="297"/>
            <ac:picMk id="8" creationId="{60940AAC-560E-B0E4-28ED-CCC6A1BAC0AF}"/>
          </ac:picMkLst>
        </pc:picChg>
      </pc:sldChg>
      <pc:sldChg chg="addSp delSp modSp add mod">
        <pc:chgData name="문 정민" userId="725e898a-b1f4-4de2-af66-12035302a739" providerId="ADAL" clId="{B9E69074-8236-41B4-A294-EE5B29733434}" dt="2023-07-21T00:37:54.825" v="1819"/>
        <pc:sldMkLst>
          <pc:docMk/>
          <pc:sldMk cId="2168466500" sldId="299"/>
        </pc:sldMkLst>
        <pc:spChg chg="add mod">
          <ac:chgData name="문 정민" userId="725e898a-b1f4-4de2-af66-12035302a739" providerId="ADAL" clId="{B9E69074-8236-41B4-A294-EE5B29733434}" dt="2023-07-20T11:28:27.646" v="784"/>
          <ac:spMkLst>
            <pc:docMk/>
            <pc:sldMk cId="2168466500" sldId="299"/>
            <ac:spMk id="5" creationId="{E49079C2-CB6C-9F73-E32A-98A06B099967}"/>
          </ac:spMkLst>
        </pc:spChg>
        <pc:spChg chg="del">
          <ac:chgData name="문 정민" userId="725e898a-b1f4-4de2-af66-12035302a739" providerId="ADAL" clId="{B9E69074-8236-41B4-A294-EE5B29733434}" dt="2023-07-20T11:39:12.363" v="954" actId="478"/>
          <ac:spMkLst>
            <pc:docMk/>
            <pc:sldMk cId="2168466500" sldId="299"/>
            <ac:spMk id="6" creationId="{70841D0C-87A8-F786-3248-A934352CA31E}"/>
          </ac:spMkLst>
        </pc:spChg>
        <pc:spChg chg="del">
          <ac:chgData name="문 정민" userId="725e898a-b1f4-4de2-af66-12035302a739" providerId="ADAL" clId="{B9E69074-8236-41B4-A294-EE5B29733434}" dt="2023-07-20T11:28:26.896" v="783" actId="478"/>
          <ac:spMkLst>
            <pc:docMk/>
            <pc:sldMk cId="2168466500" sldId="299"/>
            <ac:spMk id="8" creationId="{52E0BA6E-9844-005C-7C0B-EAD142A0A70A}"/>
          </ac:spMkLst>
        </pc:spChg>
        <pc:spChg chg="add mod">
          <ac:chgData name="문 정민" userId="725e898a-b1f4-4de2-af66-12035302a739" providerId="ADAL" clId="{B9E69074-8236-41B4-A294-EE5B29733434}" dt="2023-07-20T11:39:19.857" v="982"/>
          <ac:spMkLst>
            <pc:docMk/>
            <pc:sldMk cId="2168466500" sldId="299"/>
            <ac:spMk id="11" creationId="{2993EB56-38AE-B6EB-04A6-18A338200D9C}"/>
          </ac:spMkLst>
        </pc:spChg>
        <pc:spChg chg="add mod">
          <ac:chgData name="문 정민" userId="725e898a-b1f4-4de2-af66-12035302a739" providerId="ADAL" clId="{B9E69074-8236-41B4-A294-EE5B29733434}" dt="2023-07-21T00:37:54.825" v="1819"/>
          <ac:spMkLst>
            <pc:docMk/>
            <pc:sldMk cId="2168466500" sldId="299"/>
            <ac:spMk id="12" creationId="{16237D97-C04F-C8C9-A213-7249EB79CA78}"/>
          </ac:spMkLst>
        </pc:spChg>
        <pc:spChg chg="del">
          <ac:chgData name="문 정민" userId="725e898a-b1f4-4de2-af66-12035302a739" providerId="ADAL" clId="{B9E69074-8236-41B4-A294-EE5B29733434}" dt="2023-07-21T00:37:54.091" v="1818" actId="478"/>
          <ac:spMkLst>
            <pc:docMk/>
            <pc:sldMk cId="2168466500" sldId="299"/>
            <ac:spMk id="1044" creationId="{94167A95-4077-82BE-8090-0BA89520C0CF}"/>
          </ac:spMkLst>
        </pc:spChg>
        <pc:grpChg chg="del">
          <ac:chgData name="문 정민" userId="725e898a-b1f4-4de2-af66-12035302a739" providerId="ADAL" clId="{B9E69074-8236-41B4-A294-EE5B29733434}" dt="2023-07-20T11:30:42.146" v="828" actId="478"/>
          <ac:grpSpMkLst>
            <pc:docMk/>
            <pc:sldMk cId="2168466500" sldId="299"/>
            <ac:grpSpMk id="14" creationId="{BD36239F-90CA-432F-88DE-2C6F904A8EB1}"/>
          </ac:grpSpMkLst>
        </pc:grpChg>
        <pc:graphicFrameChg chg="mod">
          <ac:chgData name="문 정민" userId="725e898a-b1f4-4de2-af66-12035302a739" providerId="ADAL" clId="{B9E69074-8236-41B4-A294-EE5B29733434}" dt="2023-07-20T11:39:33.424" v="985" actId="1076"/>
          <ac:graphicFrameMkLst>
            <pc:docMk/>
            <pc:sldMk cId="2168466500" sldId="299"/>
            <ac:graphicFrameMk id="7" creationId="{44AAE09B-B354-3372-E483-A851D8756978}"/>
          </ac:graphicFrameMkLst>
        </pc:graphicFrameChg>
        <pc:picChg chg="mod">
          <ac:chgData name="문 정민" userId="725e898a-b1f4-4de2-af66-12035302a739" providerId="ADAL" clId="{B9E69074-8236-41B4-A294-EE5B29733434}" dt="2023-07-20T11:39:33.424" v="985" actId="1076"/>
          <ac:picMkLst>
            <pc:docMk/>
            <pc:sldMk cId="2168466500" sldId="299"/>
            <ac:picMk id="2" creationId="{373154D6-9A01-8A81-966C-EB1DFE0BBEB1}"/>
          </ac:picMkLst>
        </pc:picChg>
        <pc:picChg chg="add mod">
          <ac:chgData name="문 정민" userId="725e898a-b1f4-4de2-af66-12035302a739" providerId="ADAL" clId="{B9E69074-8236-41B4-A294-EE5B29733434}" dt="2023-07-20T11:39:33.424" v="985" actId="1076"/>
          <ac:picMkLst>
            <pc:docMk/>
            <pc:sldMk cId="2168466500" sldId="299"/>
            <ac:picMk id="10" creationId="{A095A9CE-6F52-4E62-33E9-8898B421DA45}"/>
          </ac:picMkLst>
        </pc:picChg>
      </pc:sldChg>
      <pc:sldChg chg="addSp delSp modSp add mod">
        <pc:chgData name="문 정민" userId="725e898a-b1f4-4de2-af66-12035302a739" providerId="ADAL" clId="{B9E69074-8236-41B4-A294-EE5B29733434}" dt="2023-07-21T00:37:57.536" v="1821"/>
        <pc:sldMkLst>
          <pc:docMk/>
          <pc:sldMk cId="755723854" sldId="300"/>
        </pc:sldMkLst>
        <pc:spChg chg="add mod">
          <ac:chgData name="문 정민" userId="725e898a-b1f4-4de2-af66-12035302a739" providerId="ADAL" clId="{B9E69074-8236-41B4-A294-EE5B29733434}" dt="2023-07-20T11:28:33.758" v="788"/>
          <ac:spMkLst>
            <pc:docMk/>
            <pc:sldMk cId="755723854" sldId="300"/>
            <ac:spMk id="2" creationId="{8CFF4CED-B61B-19C9-9B3E-2D9C7AEF6E12}"/>
          </ac:spMkLst>
        </pc:spChg>
        <pc:spChg chg="del">
          <ac:chgData name="문 정민" userId="725e898a-b1f4-4de2-af66-12035302a739" providerId="ADAL" clId="{B9E69074-8236-41B4-A294-EE5B29733434}" dt="2023-07-20T11:39:46.582" v="989" actId="478"/>
          <ac:spMkLst>
            <pc:docMk/>
            <pc:sldMk cId="755723854" sldId="300"/>
            <ac:spMk id="6" creationId="{70841D0C-87A8-F786-3248-A934352CA31E}"/>
          </ac:spMkLst>
        </pc:spChg>
        <pc:spChg chg="del">
          <ac:chgData name="문 정민" userId="725e898a-b1f4-4de2-af66-12035302a739" providerId="ADAL" clId="{B9E69074-8236-41B4-A294-EE5B29733434}" dt="2023-07-20T11:28:33.098" v="787" actId="478"/>
          <ac:spMkLst>
            <pc:docMk/>
            <pc:sldMk cId="755723854" sldId="300"/>
            <ac:spMk id="10" creationId="{2A4004C3-7C90-2CF7-055F-DD7D39DE2485}"/>
          </ac:spMkLst>
        </pc:spChg>
        <pc:spChg chg="add mod">
          <ac:chgData name="문 정민" userId="725e898a-b1f4-4de2-af66-12035302a739" providerId="ADAL" clId="{B9E69074-8236-41B4-A294-EE5B29733434}" dt="2023-07-20T11:39:52.903" v="1015"/>
          <ac:spMkLst>
            <pc:docMk/>
            <pc:sldMk cId="755723854" sldId="300"/>
            <ac:spMk id="11" creationId="{433C8FFB-6929-9592-279A-D0FBDE896B32}"/>
          </ac:spMkLst>
        </pc:spChg>
        <pc:spChg chg="add mod">
          <ac:chgData name="문 정민" userId="725e898a-b1f4-4de2-af66-12035302a739" providerId="ADAL" clId="{B9E69074-8236-41B4-A294-EE5B29733434}" dt="2023-07-21T00:37:57.536" v="1821"/>
          <ac:spMkLst>
            <pc:docMk/>
            <pc:sldMk cId="755723854" sldId="300"/>
            <ac:spMk id="12" creationId="{3E7FD0E6-B0B4-7131-051D-801BE59EE6C8}"/>
          </ac:spMkLst>
        </pc:spChg>
        <pc:spChg chg="add del">
          <ac:chgData name="문 정민" userId="725e898a-b1f4-4de2-af66-12035302a739" providerId="ADAL" clId="{B9E69074-8236-41B4-A294-EE5B29733434}" dt="2023-07-20T11:28:30.821" v="786" actId="478"/>
          <ac:spMkLst>
            <pc:docMk/>
            <pc:sldMk cId="755723854" sldId="300"/>
            <ac:spMk id="15" creationId="{9E38B316-82E1-BEF6-EF01-3A653748A17B}"/>
          </ac:spMkLst>
        </pc:spChg>
        <pc:spChg chg="del">
          <ac:chgData name="문 정민" userId="725e898a-b1f4-4de2-af66-12035302a739" providerId="ADAL" clId="{B9E69074-8236-41B4-A294-EE5B29733434}" dt="2023-07-21T00:37:56.772" v="1820" actId="478"/>
          <ac:spMkLst>
            <pc:docMk/>
            <pc:sldMk cId="755723854" sldId="300"/>
            <ac:spMk id="1044" creationId="{94167A95-4077-82BE-8090-0BA89520C0CF}"/>
          </ac:spMkLst>
        </pc:spChg>
        <pc:grpChg chg="del">
          <ac:chgData name="문 정민" userId="725e898a-b1f4-4de2-af66-12035302a739" providerId="ADAL" clId="{B9E69074-8236-41B4-A294-EE5B29733434}" dt="2023-07-20T11:30:44.168" v="829" actId="478"/>
          <ac:grpSpMkLst>
            <pc:docMk/>
            <pc:sldMk cId="755723854" sldId="300"/>
            <ac:grpSpMk id="7" creationId="{3844A26B-2027-6CE8-D677-A6BBAD2FB805}"/>
          </ac:grpSpMkLst>
        </pc:grpChg>
        <pc:graphicFrameChg chg="mod">
          <ac:chgData name="문 정민" userId="725e898a-b1f4-4de2-af66-12035302a739" providerId="ADAL" clId="{B9E69074-8236-41B4-A294-EE5B29733434}" dt="2023-07-20T11:40:24.540" v="1020" actId="1076"/>
          <ac:graphicFrameMkLst>
            <pc:docMk/>
            <pc:sldMk cId="755723854" sldId="300"/>
            <ac:graphicFrameMk id="13" creationId="{6C419F1E-CE69-03B5-B19D-E2B064759A20}"/>
          </ac:graphicFrameMkLst>
        </pc:graphicFrameChg>
        <pc:picChg chg="add mod">
          <ac:chgData name="문 정민" userId="725e898a-b1f4-4de2-af66-12035302a739" providerId="ADAL" clId="{B9E69074-8236-41B4-A294-EE5B29733434}" dt="2023-07-20T11:40:24.540" v="1020" actId="1076"/>
          <ac:picMkLst>
            <pc:docMk/>
            <pc:sldMk cId="755723854" sldId="300"/>
            <ac:picMk id="4" creationId="{2EEE360E-CE43-6C5D-C9F0-6C73AE697D70}"/>
          </ac:picMkLst>
        </pc:picChg>
        <pc:picChg chg="mod">
          <ac:chgData name="문 정민" userId="725e898a-b1f4-4de2-af66-12035302a739" providerId="ADAL" clId="{B9E69074-8236-41B4-A294-EE5B29733434}" dt="2023-07-20T11:40:24.540" v="1020" actId="1076"/>
          <ac:picMkLst>
            <pc:docMk/>
            <pc:sldMk cId="755723854" sldId="300"/>
            <ac:picMk id="5" creationId="{643DCD6C-90C4-9510-4C9D-D403F00AD15E}"/>
          </ac:picMkLst>
        </pc:picChg>
      </pc:sldChg>
      <pc:sldChg chg="addSp delSp modSp add mod">
        <pc:chgData name="문 정민" userId="725e898a-b1f4-4de2-af66-12035302a739" providerId="ADAL" clId="{B9E69074-8236-41B4-A294-EE5B29733434}" dt="2023-07-21T00:38:00.440" v="1823"/>
        <pc:sldMkLst>
          <pc:docMk/>
          <pc:sldMk cId="4189908601" sldId="301"/>
        </pc:sldMkLst>
        <pc:spChg chg="add mod">
          <ac:chgData name="문 정민" userId="725e898a-b1f4-4de2-af66-12035302a739" providerId="ADAL" clId="{B9E69074-8236-41B4-A294-EE5B29733434}" dt="2023-07-20T11:28:37.345" v="790"/>
          <ac:spMkLst>
            <pc:docMk/>
            <pc:sldMk cId="4189908601" sldId="301"/>
            <ac:spMk id="2" creationId="{466A228A-6ECD-E8C2-8004-4672895DAF25}"/>
          </ac:spMkLst>
        </pc:spChg>
        <pc:spChg chg="del">
          <ac:chgData name="문 정민" userId="725e898a-b1f4-4de2-af66-12035302a739" providerId="ADAL" clId="{B9E69074-8236-41B4-A294-EE5B29733434}" dt="2023-07-20T11:28:36.499" v="789" actId="478"/>
          <ac:spMkLst>
            <pc:docMk/>
            <pc:sldMk cId="4189908601" sldId="301"/>
            <ac:spMk id="5" creationId="{3C6FDE4B-ABCF-3076-A2C7-419082AFD951}"/>
          </ac:spMkLst>
        </pc:spChg>
        <pc:spChg chg="del">
          <ac:chgData name="문 정민" userId="725e898a-b1f4-4de2-af66-12035302a739" providerId="ADAL" clId="{B9E69074-8236-41B4-A294-EE5B29733434}" dt="2023-07-20T11:40:28.724" v="1021" actId="478"/>
          <ac:spMkLst>
            <pc:docMk/>
            <pc:sldMk cId="4189908601" sldId="301"/>
            <ac:spMk id="6" creationId="{70841D0C-87A8-F786-3248-A934352CA31E}"/>
          </ac:spMkLst>
        </pc:spChg>
        <pc:spChg chg="add mod">
          <ac:chgData name="문 정민" userId="725e898a-b1f4-4de2-af66-12035302a739" providerId="ADAL" clId="{B9E69074-8236-41B4-A294-EE5B29733434}" dt="2023-07-20T11:40:35.405" v="1047"/>
          <ac:spMkLst>
            <pc:docMk/>
            <pc:sldMk cId="4189908601" sldId="301"/>
            <ac:spMk id="11" creationId="{31AB9D3D-398B-176E-D9A2-3C8A98A34D5A}"/>
          </ac:spMkLst>
        </pc:spChg>
        <pc:spChg chg="add mod">
          <ac:chgData name="문 정민" userId="725e898a-b1f4-4de2-af66-12035302a739" providerId="ADAL" clId="{B9E69074-8236-41B4-A294-EE5B29733434}" dt="2023-07-21T00:38:00.440" v="1823"/>
          <ac:spMkLst>
            <pc:docMk/>
            <pc:sldMk cId="4189908601" sldId="301"/>
            <ac:spMk id="12" creationId="{EA6744BD-6621-60F1-2D94-5F6DF66940B8}"/>
          </ac:spMkLst>
        </pc:spChg>
        <pc:spChg chg="del">
          <ac:chgData name="문 정민" userId="725e898a-b1f4-4de2-af66-12035302a739" providerId="ADAL" clId="{B9E69074-8236-41B4-A294-EE5B29733434}" dt="2023-07-21T00:37:59.661" v="1822" actId="478"/>
          <ac:spMkLst>
            <pc:docMk/>
            <pc:sldMk cId="4189908601" sldId="301"/>
            <ac:spMk id="1044" creationId="{94167A95-4077-82BE-8090-0BA89520C0CF}"/>
          </ac:spMkLst>
        </pc:spChg>
        <pc:grpChg chg="del">
          <ac:chgData name="문 정민" userId="725e898a-b1f4-4de2-af66-12035302a739" providerId="ADAL" clId="{B9E69074-8236-41B4-A294-EE5B29733434}" dt="2023-07-20T11:30:45.533" v="830" actId="478"/>
          <ac:grpSpMkLst>
            <pc:docMk/>
            <pc:sldMk cId="4189908601" sldId="301"/>
            <ac:grpSpMk id="8" creationId="{EE00576C-6D6C-1C3D-F358-5FAB8E8CC500}"/>
          </ac:grpSpMkLst>
        </pc:grpChg>
        <pc:graphicFrameChg chg="mod">
          <ac:chgData name="문 정민" userId="725e898a-b1f4-4de2-af66-12035302a739" providerId="ADAL" clId="{B9E69074-8236-41B4-A294-EE5B29733434}" dt="2023-07-20T11:40:49.835" v="1076" actId="1076"/>
          <ac:graphicFrameMkLst>
            <pc:docMk/>
            <pc:sldMk cId="4189908601" sldId="301"/>
            <ac:graphicFrameMk id="13" creationId="{6C419F1E-CE69-03B5-B19D-E2B064759A20}"/>
          </ac:graphicFrameMkLst>
        </pc:graphicFrameChg>
        <pc:picChg chg="add mod">
          <ac:chgData name="문 정민" userId="725e898a-b1f4-4de2-af66-12035302a739" providerId="ADAL" clId="{B9E69074-8236-41B4-A294-EE5B29733434}" dt="2023-07-20T11:40:49.835" v="1076" actId="1076"/>
          <ac:picMkLst>
            <pc:docMk/>
            <pc:sldMk cId="4189908601" sldId="301"/>
            <ac:picMk id="4" creationId="{4FFA9204-2C4F-7532-03C2-F36029C6E9C2}"/>
          </ac:picMkLst>
        </pc:picChg>
        <pc:picChg chg="mod">
          <ac:chgData name="문 정민" userId="725e898a-b1f4-4de2-af66-12035302a739" providerId="ADAL" clId="{B9E69074-8236-41B4-A294-EE5B29733434}" dt="2023-07-20T11:40:49.835" v="1076" actId="1076"/>
          <ac:picMkLst>
            <pc:docMk/>
            <pc:sldMk cId="4189908601" sldId="301"/>
            <ac:picMk id="7" creationId="{3D9D5F2F-45A1-9F73-0BCA-B0617B91649B}"/>
          </ac:picMkLst>
        </pc:picChg>
      </pc:sldChg>
      <pc:sldChg chg="addSp delSp modSp add mod">
        <pc:chgData name="문 정민" userId="725e898a-b1f4-4de2-af66-12035302a739" providerId="ADAL" clId="{B9E69074-8236-41B4-A294-EE5B29733434}" dt="2023-07-21T00:38:02.977" v="1825"/>
        <pc:sldMkLst>
          <pc:docMk/>
          <pc:sldMk cId="2518598209" sldId="302"/>
        </pc:sldMkLst>
        <pc:spChg chg="add mod">
          <ac:chgData name="문 정민" userId="725e898a-b1f4-4de2-af66-12035302a739" providerId="ADAL" clId="{B9E69074-8236-41B4-A294-EE5B29733434}" dt="2023-07-20T11:28:40.566" v="792"/>
          <ac:spMkLst>
            <pc:docMk/>
            <pc:sldMk cId="2518598209" sldId="302"/>
            <ac:spMk id="2" creationId="{459226C2-DDFE-5D8F-0E5B-5C51B0A75A0B}"/>
          </ac:spMkLst>
        </pc:spChg>
        <pc:spChg chg="del">
          <ac:chgData name="문 정민" userId="725e898a-b1f4-4de2-af66-12035302a739" providerId="ADAL" clId="{B9E69074-8236-41B4-A294-EE5B29733434}" dt="2023-07-20T11:28:39.736" v="791" actId="478"/>
          <ac:spMkLst>
            <pc:docMk/>
            <pc:sldMk cId="2518598209" sldId="302"/>
            <ac:spMk id="5" creationId="{8874D9C1-2F51-73AC-434A-F3160C38AF4B}"/>
          </ac:spMkLst>
        </pc:spChg>
        <pc:spChg chg="del">
          <ac:chgData name="문 정민" userId="725e898a-b1f4-4de2-af66-12035302a739" providerId="ADAL" clId="{B9E69074-8236-41B4-A294-EE5B29733434}" dt="2023-07-20T11:40:37.226" v="1048" actId="478"/>
          <ac:spMkLst>
            <pc:docMk/>
            <pc:sldMk cId="2518598209" sldId="302"/>
            <ac:spMk id="6" creationId="{70841D0C-87A8-F786-3248-A934352CA31E}"/>
          </ac:spMkLst>
        </pc:spChg>
        <pc:spChg chg="add mod">
          <ac:chgData name="문 정민" userId="725e898a-b1f4-4de2-af66-12035302a739" providerId="ADAL" clId="{B9E69074-8236-41B4-A294-EE5B29733434}" dt="2023-07-20T11:40:43.723" v="1075"/>
          <ac:spMkLst>
            <pc:docMk/>
            <pc:sldMk cId="2518598209" sldId="302"/>
            <ac:spMk id="11" creationId="{0110A25D-D989-35C3-533B-DEB4C34D72DC}"/>
          </ac:spMkLst>
        </pc:spChg>
        <pc:spChg chg="add mod">
          <ac:chgData name="문 정민" userId="725e898a-b1f4-4de2-af66-12035302a739" providerId="ADAL" clId="{B9E69074-8236-41B4-A294-EE5B29733434}" dt="2023-07-21T00:38:02.977" v="1825"/>
          <ac:spMkLst>
            <pc:docMk/>
            <pc:sldMk cId="2518598209" sldId="302"/>
            <ac:spMk id="12" creationId="{B9F7BF8E-C31A-17A8-9503-52B875DFCFB9}"/>
          </ac:spMkLst>
        </pc:spChg>
        <pc:spChg chg="del">
          <ac:chgData name="문 정민" userId="725e898a-b1f4-4de2-af66-12035302a739" providerId="ADAL" clId="{B9E69074-8236-41B4-A294-EE5B29733434}" dt="2023-07-21T00:38:02.122" v="1824" actId="478"/>
          <ac:spMkLst>
            <pc:docMk/>
            <pc:sldMk cId="2518598209" sldId="302"/>
            <ac:spMk id="1044" creationId="{94167A95-4077-82BE-8090-0BA89520C0CF}"/>
          </ac:spMkLst>
        </pc:spChg>
        <pc:grpChg chg="del">
          <ac:chgData name="문 정민" userId="725e898a-b1f4-4de2-af66-12035302a739" providerId="ADAL" clId="{B9E69074-8236-41B4-A294-EE5B29733434}" dt="2023-07-20T11:30:47.073" v="831" actId="478"/>
          <ac:grpSpMkLst>
            <pc:docMk/>
            <pc:sldMk cId="2518598209" sldId="302"/>
            <ac:grpSpMk id="8" creationId="{3EE7DE40-1F9C-AB58-2BDD-EAECA78A9ABC}"/>
          </ac:grpSpMkLst>
        </pc:grpChg>
        <pc:graphicFrameChg chg="mod">
          <ac:chgData name="문 정민" userId="725e898a-b1f4-4de2-af66-12035302a739" providerId="ADAL" clId="{B9E69074-8236-41B4-A294-EE5B29733434}" dt="2023-07-20T11:41:00.085" v="1079" actId="1076"/>
          <ac:graphicFrameMkLst>
            <pc:docMk/>
            <pc:sldMk cId="2518598209" sldId="302"/>
            <ac:graphicFrameMk id="13" creationId="{6C419F1E-CE69-03B5-B19D-E2B064759A20}"/>
          </ac:graphicFrameMkLst>
        </pc:graphicFrameChg>
        <pc:picChg chg="add mod">
          <ac:chgData name="문 정민" userId="725e898a-b1f4-4de2-af66-12035302a739" providerId="ADAL" clId="{B9E69074-8236-41B4-A294-EE5B29733434}" dt="2023-07-20T11:41:00.085" v="1079" actId="1076"/>
          <ac:picMkLst>
            <pc:docMk/>
            <pc:sldMk cId="2518598209" sldId="302"/>
            <ac:picMk id="4" creationId="{60C5B934-95E1-B550-C0A3-9286569F657B}"/>
          </ac:picMkLst>
        </pc:picChg>
        <pc:picChg chg="mod">
          <ac:chgData name="문 정민" userId="725e898a-b1f4-4de2-af66-12035302a739" providerId="ADAL" clId="{B9E69074-8236-41B4-A294-EE5B29733434}" dt="2023-07-20T11:41:00.085" v="1079" actId="1076"/>
          <ac:picMkLst>
            <pc:docMk/>
            <pc:sldMk cId="2518598209" sldId="302"/>
            <ac:picMk id="7" creationId="{1C7A4CBD-147D-4B20-E575-1E64E35E77D8}"/>
          </ac:picMkLst>
        </pc:picChg>
      </pc:sldChg>
      <pc:sldChg chg="addSp delSp modSp add mod">
        <pc:chgData name="문 정민" userId="725e898a-b1f4-4de2-af66-12035302a739" providerId="ADAL" clId="{B9E69074-8236-41B4-A294-EE5B29733434}" dt="2023-07-20T10:20:55.310" v="637" actId="20577"/>
        <pc:sldMkLst>
          <pc:docMk/>
          <pc:sldMk cId="2333146089" sldId="323"/>
        </pc:sldMkLst>
        <pc:spChg chg="del mod">
          <ac:chgData name="문 정민" userId="725e898a-b1f4-4de2-af66-12035302a739" providerId="ADAL" clId="{B9E69074-8236-41B4-A294-EE5B29733434}" dt="2023-07-20T10:20:12.286" v="625" actId="478"/>
          <ac:spMkLst>
            <pc:docMk/>
            <pc:sldMk cId="2333146089" sldId="323"/>
            <ac:spMk id="2" creationId="{240EC6BA-E105-18A3-54A2-CD17DA45793C}"/>
          </ac:spMkLst>
        </pc:spChg>
        <pc:spChg chg="add mod">
          <ac:chgData name="문 정민" userId="725e898a-b1f4-4de2-af66-12035302a739" providerId="ADAL" clId="{B9E69074-8236-41B4-A294-EE5B29733434}" dt="2023-07-20T10:20:55.310" v="637" actId="20577"/>
          <ac:spMkLst>
            <pc:docMk/>
            <pc:sldMk cId="2333146089" sldId="323"/>
            <ac:spMk id="4" creationId="{661DD0AF-5B09-EB7E-BD44-C9084030901C}"/>
          </ac:spMkLst>
        </pc:spChg>
      </pc:sldChg>
      <pc:sldChg chg="addSp delSp modSp mod">
        <pc:chgData name="문 정민" userId="725e898a-b1f4-4de2-af66-12035302a739" providerId="ADAL" clId="{B9E69074-8236-41B4-A294-EE5B29733434}" dt="2023-07-21T02:59:12.050" v="2540" actId="1038"/>
        <pc:sldMkLst>
          <pc:docMk/>
          <pc:sldMk cId="2872755174" sldId="329"/>
        </pc:sldMkLst>
        <pc:spChg chg="add del">
          <ac:chgData name="문 정민" userId="725e898a-b1f4-4de2-af66-12035302a739" providerId="ADAL" clId="{B9E69074-8236-41B4-A294-EE5B29733434}" dt="2023-07-20T10:03:26.871" v="10" actId="478"/>
          <ac:spMkLst>
            <pc:docMk/>
            <pc:sldMk cId="2872755174" sldId="329"/>
            <ac:spMk id="3" creationId="{02B637A2-CFAE-8081-B020-4219D7A02CB3}"/>
          </ac:spMkLst>
        </pc:spChg>
        <pc:spChg chg="add del mod">
          <ac:chgData name="문 정민" userId="725e898a-b1f4-4de2-af66-12035302a739" providerId="ADAL" clId="{B9E69074-8236-41B4-A294-EE5B29733434}" dt="2023-07-20T10:03:23.941" v="8"/>
          <ac:spMkLst>
            <pc:docMk/>
            <pc:sldMk cId="2872755174" sldId="329"/>
            <ac:spMk id="4" creationId="{CDBC2898-1474-E745-CBF8-8F3338D41C48}"/>
          </ac:spMkLst>
        </pc:spChg>
        <pc:spChg chg="add mod">
          <ac:chgData name="문 정민" userId="725e898a-b1f4-4de2-af66-12035302a739" providerId="ADAL" clId="{B9E69074-8236-41B4-A294-EE5B29733434}" dt="2023-07-20T10:03:32.115" v="26"/>
          <ac:spMkLst>
            <pc:docMk/>
            <pc:sldMk cId="2872755174" sldId="329"/>
            <ac:spMk id="5" creationId="{EC7100AD-EA7B-D1B3-88AD-FD962BB9D636}"/>
          </ac:spMkLst>
        </pc:spChg>
        <pc:graphicFrameChg chg="mod">
          <ac:chgData name="문 정민" userId="725e898a-b1f4-4de2-af66-12035302a739" providerId="ADAL" clId="{B9E69074-8236-41B4-A294-EE5B29733434}" dt="2023-07-21T02:59:12.050" v="2540" actId="1038"/>
          <ac:graphicFrameMkLst>
            <pc:docMk/>
            <pc:sldMk cId="2872755174" sldId="329"/>
            <ac:graphicFrameMk id="32" creationId="{03E9F0C2-45ED-188E-E6EE-A67814565BC6}"/>
          </ac:graphicFrameMkLst>
        </pc:graphicFrameChg>
      </pc:sldChg>
      <pc:sldChg chg="modSp mod modTransition">
        <pc:chgData name="문 정민" userId="725e898a-b1f4-4de2-af66-12035302a739" providerId="ADAL" clId="{B9E69074-8236-41B4-A294-EE5B29733434}" dt="2023-07-21T05:34:24.064" v="3683" actId="20577"/>
        <pc:sldMkLst>
          <pc:docMk/>
          <pc:sldMk cId="1934747182" sldId="331"/>
        </pc:sldMkLst>
        <pc:spChg chg="mod">
          <ac:chgData name="문 정민" userId="725e898a-b1f4-4de2-af66-12035302a739" providerId="ADAL" clId="{B9E69074-8236-41B4-A294-EE5B29733434}" dt="2023-07-21T00:44:09.185" v="1988" actId="1076"/>
          <ac:spMkLst>
            <pc:docMk/>
            <pc:sldMk cId="1934747182" sldId="331"/>
            <ac:spMk id="24" creationId="{ACF1A894-203B-E21D-71C7-65CD0ADA07DD}"/>
          </ac:spMkLst>
        </pc:spChg>
        <pc:spChg chg="mod">
          <ac:chgData name="문 정민" userId="725e898a-b1f4-4de2-af66-12035302a739" providerId="ADAL" clId="{B9E69074-8236-41B4-A294-EE5B29733434}" dt="2023-07-20T10:15:55.548" v="563" actId="20577"/>
          <ac:spMkLst>
            <pc:docMk/>
            <pc:sldMk cId="1934747182" sldId="331"/>
            <ac:spMk id="27" creationId="{7D2185CE-F995-1C0C-8122-80A51B6A3440}"/>
          </ac:spMkLst>
        </pc:spChg>
        <pc:graphicFrameChg chg="mod modGraphic">
          <ac:chgData name="문 정민" userId="725e898a-b1f4-4de2-af66-12035302a739" providerId="ADAL" clId="{B9E69074-8236-41B4-A294-EE5B29733434}" dt="2023-07-21T05:34:24.064" v="3683" actId="20577"/>
          <ac:graphicFrameMkLst>
            <pc:docMk/>
            <pc:sldMk cId="1934747182" sldId="331"/>
            <ac:graphicFrameMk id="14" creationId="{A3B9B5D6-5A79-3E78-5E14-8C53CE3B67FA}"/>
          </ac:graphicFrameMkLst>
        </pc:graphicFrameChg>
      </pc:sldChg>
      <pc:sldChg chg="addSp modSp del mod">
        <pc:chgData name="문 정민" userId="725e898a-b1f4-4de2-af66-12035302a739" providerId="ADAL" clId="{B9E69074-8236-41B4-A294-EE5B29733434}" dt="2023-07-20T11:28:45.954" v="793" actId="47"/>
        <pc:sldMkLst>
          <pc:docMk/>
          <pc:sldMk cId="1472983310" sldId="339"/>
        </pc:sldMkLst>
        <pc:spChg chg="mod">
          <ac:chgData name="문 정민" userId="725e898a-b1f4-4de2-af66-12035302a739" providerId="ADAL" clId="{B9E69074-8236-41B4-A294-EE5B29733434}" dt="2023-07-20T11:01:32.506" v="758" actId="20577"/>
          <ac:spMkLst>
            <pc:docMk/>
            <pc:sldMk cId="1472983310" sldId="339"/>
            <ac:spMk id="4" creationId="{07186D5B-15E1-8B0A-04E7-174890E676CE}"/>
          </ac:spMkLst>
        </pc:spChg>
        <pc:spChg chg="mod">
          <ac:chgData name="문 정민" userId="725e898a-b1f4-4de2-af66-12035302a739" providerId="ADAL" clId="{B9E69074-8236-41B4-A294-EE5B29733434}" dt="2023-07-20T10:29:05.669" v="685" actId="164"/>
          <ac:spMkLst>
            <pc:docMk/>
            <pc:sldMk cId="1472983310" sldId="339"/>
            <ac:spMk id="16" creationId="{CEE99605-674E-40C1-B151-4B6A89A3F701}"/>
          </ac:spMkLst>
        </pc:spChg>
        <pc:spChg chg="mod">
          <ac:chgData name="문 정민" userId="725e898a-b1f4-4de2-af66-12035302a739" providerId="ADAL" clId="{B9E69074-8236-41B4-A294-EE5B29733434}" dt="2023-07-20T10:29:05.669" v="685" actId="164"/>
          <ac:spMkLst>
            <pc:docMk/>
            <pc:sldMk cId="1472983310" sldId="339"/>
            <ac:spMk id="20" creationId="{E2213B77-6A15-BBB3-2396-E0FF28789315}"/>
          </ac:spMkLst>
        </pc:spChg>
        <pc:spChg chg="mod">
          <ac:chgData name="문 정민" userId="725e898a-b1f4-4de2-af66-12035302a739" providerId="ADAL" clId="{B9E69074-8236-41B4-A294-EE5B29733434}" dt="2023-07-20T10:29:33.556" v="693" actId="5793"/>
          <ac:spMkLst>
            <pc:docMk/>
            <pc:sldMk cId="1472983310" sldId="339"/>
            <ac:spMk id="25" creationId="{CB618C4A-0955-10A9-FCD5-1EA7F5951D64}"/>
          </ac:spMkLst>
        </pc:spChg>
        <pc:spChg chg="mod">
          <ac:chgData name="문 정민" userId="725e898a-b1f4-4de2-af66-12035302a739" providerId="ADAL" clId="{B9E69074-8236-41B4-A294-EE5B29733434}" dt="2023-07-20T10:29:34.789" v="694" actId="5793"/>
          <ac:spMkLst>
            <pc:docMk/>
            <pc:sldMk cId="1472983310" sldId="339"/>
            <ac:spMk id="26" creationId="{90808591-09C7-C97D-4ECF-1463038CA11D}"/>
          </ac:spMkLst>
        </pc:spChg>
        <pc:spChg chg="mod">
          <ac:chgData name="문 정민" userId="725e898a-b1f4-4de2-af66-12035302a739" providerId="ADAL" clId="{B9E69074-8236-41B4-A294-EE5B29733434}" dt="2023-07-20T10:29:05.669" v="685" actId="164"/>
          <ac:spMkLst>
            <pc:docMk/>
            <pc:sldMk cId="1472983310" sldId="339"/>
            <ac:spMk id="28" creationId="{686A54F9-B418-EE04-513F-F8CE73428054}"/>
          </ac:spMkLst>
        </pc:spChg>
        <pc:spChg chg="mod">
          <ac:chgData name="문 정민" userId="725e898a-b1f4-4de2-af66-12035302a739" providerId="ADAL" clId="{B9E69074-8236-41B4-A294-EE5B29733434}" dt="2023-07-20T10:29:28.203" v="692" actId="1076"/>
          <ac:spMkLst>
            <pc:docMk/>
            <pc:sldMk cId="1472983310" sldId="339"/>
            <ac:spMk id="29" creationId="{13A4302A-1623-6E90-4711-5078B664D7FC}"/>
          </ac:spMkLst>
        </pc:spChg>
        <pc:grpChg chg="mod">
          <ac:chgData name="문 정민" userId="725e898a-b1f4-4de2-af66-12035302a739" providerId="ADAL" clId="{B9E69074-8236-41B4-A294-EE5B29733434}" dt="2023-07-20T10:29:05.669" v="685" actId="164"/>
          <ac:grpSpMkLst>
            <pc:docMk/>
            <pc:sldMk cId="1472983310" sldId="339"/>
            <ac:grpSpMk id="6" creationId="{3B130C50-D9A6-C1FD-8AC4-E101956EA601}"/>
          </ac:grpSpMkLst>
        </pc:grpChg>
        <pc:grpChg chg="mod">
          <ac:chgData name="문 정민" userId="725e898a-b1f4-4de2-af66-12035302a739" providerId="ADAL" clId="{B9E69074-8236-41B4-A294-EE5B29733434}" dt="2023-07-20T10:29:05.669" v="685" actId="164"/>
          <ac:grpSpMkLst>
            <pc:docMk/>
            <pc:sldMk cId="1472983310" sldId="339"/>
            <ac:grpSpMk id="9" creationId="{F5C20E04-CA16-89F8-7C43-280F686F610B}"/>
          </ac:grpSpMkLst>
        </pc:grpChg>
        <pc:grpChg chg="mod">
          <ac:chgData name="문 정민" userId="725e898a-b1f4-4de2-af66-12035302a739" providerId="ADAL" clId="{B9E69074-8236-41B4-A294-EE5B29733434}" dt="2023-07-20T10:29:05.669" v="685" actId="164"/>
          <ac:grpSpMkLst>
            <pc:docMk/>
            <pc:sldMk cId="1472983310" sldId="339"/>
            <ac:grpSpMk id="12" creationId="{C0CD3B27-F8A0-4945-33CE-34A4411D2824}"/>
          </ac:grpSpMkLst>
        </pc:grpChg>
        <pc:grpChg chg="add mod">
          <ac:chgData name="문 정민" userId="725e898a-b1f4-4de2-af66-12035302a739" providerId="ADAL" clId="{B9E69074-8236-41B4-A294-EE5B29733434}" dt="2023-07-20T10:29:12.760" v="687" actId="1076"/>
          <ac:grpSpMkLst>
            <pc:docMk/>
            <pc:sldMk cId="1472983310" sldId="339"/>
            <ac:grpSpMk id="31" creationId="{F2D229BA-11A9-3DCE-5D9E-FFEABBBF7568}"/>
          </ac:grpSpMkLst>
        </pc:grpChg>
        <pc:picChg chg="mod">
          <ac:chgData name="문 정민" userId="725e898a-b1f4-4de2-af66-12035302a739" providerId="ADAL" clId="{B9E69074-8236-41B4-A294-EE5B29733434}" dt="2023-07-20T10:29:05.669" v="685" actId="164"/>
          <ac:picMkLst>
            <pc:docMk/>
            <pc:sldMk cId="1472983310" sldId="339"/>
            <ac:picMk id="5" creationId="{0554D291-D780-0830-31ED-E73743A0C4DE}"/>
          </ac:picMkLst>
        </pc:picChg>
        <pc:picChg chg="mod">
          <ac:chgData name="문 정민" userId="725e898a-b1f4-4de2-af66-12035302a739" providerId="ADAL" clId="{B9E69074-8236-41B4-A294-EE5B29733434}" dt="2023-07-20T10:29:05.669" v="685" actId="164"/>
          <ac:picMkLst>
            <pc:docMk/>
            <pc:sldMk cId="1472983310" sldId="339"/>
            <ac:picMk id="21" creationId="{A13EF4D9-A395-EAB7-1CC1-9562BC987814}"/>
          </ac:picMkLst>
        </pc:picChg>
        <pc:picChg chg="mod">
          <ac:chgData name="문 정민" userId="725e898a-b1f4-4de2-af66-12035302a739" providerId="ADAL" clId="{B9E69074-8236-41B4-A294-EE5B29733434}" dt="2023-07-20T10:29:05.669" v="685" actId="164"/>
          <ac:picMkLst>
            <pc:docMk/>
            <pc:sldMk cId="1472983310" sldId="339"/>
            <ac:picMk id="22" creationId="{F92C2CFE-E64B-7623-79F9-F124BC71078D}"/>
          </ac:picMkLst>
        </pc:picChg>
        <pc:cxnChg chg="add mod">
          <ac:chgData name="문 정민" userId="725e898a-b1f4-4de2-af66-12035302a739" providerId="ADAL" clId="{B9E69074-8236-41B4-A294-EE5B29733434}" dt="2023-07-20T10:29:05.669" v="685" actId="164"/>
          <ac:cxnSpMkLst>
            <pc:docMk/>
            <pc:sldMk cId="1472983310" sldId="339"/>
            <ac:cxnSpMk id="3" creationId="{B6671FE3-578F-8884-72D3-FE238C5A0508}"/>
          </ac:cxnSpMkLst>
        </pc:cxnChg>
        <pc:cxnChg chg="mod">
          <ac:chgData name="문 정민" userId="725e898a-b1f4-4de2-af66-12035302a739" providerId="ADAL" clId="{B9E69074-8236-41B4-A294-EE5B29733434}" dt="2023-07-20T10:29:05.669" v="685" actId="164"/>
          <ac:cxnSpMkLst>
            <pc:docMk/>
            <pc:sldMk cId="1472983310" sldId="339"/>
            <ac:cxnSpMk id="23" creationId="{38BA8BB3-08CB-50EE-B018-FAAA6E71002A}"/>
          </ac:cxnSpMkLst>
        </pc:cxnChg>
        <pc:cxnChg chg="mod">
          <ac:chgData name="문 정민" userId="725e898a-b1f4-4de2-af66-12035302a739" providerId="ADAL" clId="{B9E69074-8236-41B4-A294-EE5B29733434}" dt="2023-07-20T10:29:05.669" v="685" actId="164"/>
          <ac:cxnSpMkLst>
            <pc:docMk/>
            <pc:sldMk cId="1472983310" sldId="339"/>
            <ac:cxnSpMk id="24" creationId="{D19B9F95-5556-B233-3A5A-6C2D950206FF}"/>
          </ac:cxnSpMkLst>
        </pc:cxnChg>
        <pc:cxnChg chg="add mod">
          <ac:chgData name="문 정민" userId="725e898a-b1f4-4de2-af66-12035302a739" providerId="ADAL" clId="{B9E69074-8236-41B4-A294-EE5B29733434}" dt="2023-07-20T10:29:05.669" v="685" actId="164"/>
          <ac:cxnSpMkLst>
            <pc:docMk/>
            <pc:sldMk cId="1472983310" sldId="339"/>
            <ac:cxnSpMk id="30" creationId="{3DF72CC7-61C8-DCA8-E266-6406B2F7C67A}"/>
          </ac:cxnSpMkLst>
        </pc:cxnChg>
      </pc:sldChg>
      <pc:sldChg chg="del ord">
        <pc:chgData name="문 정민" userId="725e898a-b1f4-4de2-af66-12035302a739" providerId="ADAL" clId="{B9E69074-8236-41B4-A294-EE5B29733434}" dt="2023-07-20T11:10:22.741" v="773" actId="47"/>
        <pc:sldMkLst>
          <pc:docMk/>
          <pc:sldMk cId="2550213352" sldId="340"/>
        </pc:sldMkLst>
      </pc:sldChg>
      <pc:sldChg chg="del ord">
        <pc:chgData name="문 정민" userId="725e898a-b1f4-4de2-af66-12035302a739" providerId="ADAL" clId="{B9E69074-8236-41B4-A294-EE5B29733434}" dt="2023-07-20T11:10:24.095" v="774" actId="47"/>
        <pc:sldMkLst>
          <pc:docMk/>
          <pc:sldMk cId="3616749136" sldId="341"/>
        </pc:sldMkLst>
      </pc:sldChg>
      <pc:sldChg chg="del ord">
        <pc:chgData name="문 정민" userId="725e898a-b1f4-4de2-af66-12035302a739" providerId="ADAL" clId="{B9E69074-8236-41B4-A294-EE5B29733434}" dt="2023-07-20T11:10:25.065" v="776" actId="47"/>
        <pc:sldMkLst>
          <pc:docMk/>
          <pc:sldMk cId="1489958209" sldId="342"/>
        </pc:sldMkLst>
      </pc:sldChg>
      <pc:sldChg chg="del">
        <pc:chgData name="문 정민" userId="725e898a-b1f4-4de2-af66-12035302a739" providerId="ADAL" clId="{B9E69074-8236-41B4-A294-EE5B29733434}" dt="2023-07-20T11:10:25.753" v="777" actId="47"/>
        <pc:sldMkLst>
          <pc:docMk/>
          <pc:sldMk cId="2780571853" sldId="343"/>
        </pc:sldMkLst>
      </pc:sldChg>
      <pc:sldChg chg="del">
        <pc:chgData name="문 정민" userId="725e898a-b1f4-4de2-af66-12035302a739" providerId="ADAL" clId="{B9E69074-8236-41B4-A294-EE5B29733434}" dt="2023-07-20T10:11:27.963" v="378" actId="47"/>
        <pc:sldMkLst>
          <pc:docMk/>
          <pc:sldMk cId="1418086142" sldId="344"/>
        </pc:sldMkLst>
      </pc:sldChg>
      <pc:sldChg chg="del">
        <pc:chgData name="문 정민" userId="725e898a-b1f4-4de2-af66-12035302a739" providerId="ADAL" clId="{B9E69074-8236-41B4-A294-EE5B29733434}" dt="2023-07-20T10:11:24.903" v="377" actId="47"/>
        <pc:sldMkLst>
          <pc:docMk/>
          <pc:sldMk cId="491586194" sldId="345"/>
        </pc:sldMkLst>
      </pc:sldChg>
      <pc:sldChg chg="del">
        <pc:chgData name="문 정민" userId="725e898a-b1f4-4de2-af66-12035302a739" providerId="ADAL" clId="{B9E69074-8236-41B4-A294-EE5B29733434}" dt="2023-07-20T10:11:16.233" v="375" actId="47"/>
        <pc:sldMkLst>
          <pc:docMk/>
          <pc:sldMk cId="3741039934" sldId="346"/>
        </pc:sldMkLst>
      </pc:sldChg>
      <pc:sldChg chg="del">
        <pc:chgData name="문 정민" userId="725e898a-b1f4-4de2-af66-12035302a739" providerId="ADAL" clId="{B9E69074-8236-41B4-A294-EE5B29733434}" dt="2023-07-20T10:11:18.678" v="376" actId="47"/>
        <pc:sldMkLst>
          <pc:docMk/>
          <pc:sldMk cId="1820795701" sldId="347"/>
        </pc:sldMkLst>
      </pc:sldChg>
      <pc:sldChg chg="addSp modSp mod">
        <pc:chgData name="문 정민" userId="725e898a-b1f4-4de2-af66-12035302a739" providerId="ADAL" clId="{B9E69074-8236-41B4-A294-EE5B29733434}" dt="2023-07-21T05:30:46.525" v="3530"/>
        <pc:sldMkLst>
          <pc:docMk/>
          <pc:sldMk cId="360588896" sldId="348"/>
        </pc:sldMkLst>
        <pc:spChg chg="add mod">
          <ac:chgData name="문 정민" userId="725e898a-b1f4-4de2-af66-12035302a739" providerId="ADAL" clId="{B9E69074-8236-41B4-A294-EE5B29733434}" dt="2023-07-20T10:08:46.414" v="374" actId="20577"/>
          <ac:spMkLst>
            <pc:docMk/>
            <pc:sldMk cId="360588896" sldId="348"/>
            <ac:spMk id="2" creationId="{77138299-CEB3-92EB-BC25-B4D890EF45C1}"/>
          </ac:spMkLst>
        </pc:spChg>
        <pc:spChg chg="mod">
          <ac:chgData name="문 정민" userId="725e898a-b1f4-4de2-af66-12035302a739" providerId="ADAL" clId="{B9E69074-8236-41B4-A294-EE5B29733434}" dt="2023-07-20T10:03:57.588" v="33" actId="20577"/>
          <ac:spMkLst>
            <pc:docMk/>
            <pc:sldMk cId="360588896" sldId="348"/>
            <ac:spMk id="27" creationId="{7D2185CE-F995-1C0C-8122-80A51B6A3440}"/>
          </ac:spMkLst>
        </pc:spChg>
        <pc:graphicFrameChg chg="mod modGraphic">
          <ac:chgData name="문 정민" userId="725e898a-b1f4-4de2-af66-12035302a739" providerId="ADAL" clId="{B9E69074-8236-41B4-A294-EE5B29733434}" dt="2023-07-21T05:30:46.525" v="3530"/>
          <ac:graphicFrameMkLst>
            <pc:docMk/>
            <pc:sldMk cId="360588896" sldId="348"/>
            <ac:graphicFrameMk id="16" creationId="{BA3293DE-21A0-AE9F-5E5F-4FBF4A8D42B0}"/>
          </ac:graphicFrameMkLst>
        </pc:graphicFrameChg>
      </pc:sldChg>
      <pc:sldChg chg="modSp del mod">
        <pc:chgData name="문 정민" userId="725e898a-b1f4-4de2-af66-12035302a739" providerId="ADAL" clId="{B9E69074-8236-41B4-A294-EE5B29733434}" dt="2023-07-20T10:13:15.432" v="426" actId="47"/>
        <pc:sldMkLst>
          <pc:docMk/>
          <pc:sldMk cId="2411307402" sldId="349"/>
        </pc:sldMkLst>
        <pc:spChg chg="mod">
          <ac:chgData name="문 정민" userId="725e898a-b1f4-4de2-af66-12035302a739" providerId="ADAL" clId="{B9E69074-8236-41B4-A294-EE5B29733434}" dt="2023-07-20T10:04:06.962" v="38" actId="20577"/>
          <ac:spMkLst>
            <pc:docMk/>
            <pc:sldMk cId="2411307402" sldId="349"/>
            <ac:spMk id="27" creationId="{7D2185CE-F995-1C0C-8122-80A51B6A3440}"/>
          </ac:spMkLst>
        </pc:spChg>
      </pc:sldChg>
      <pc:sldChg chg="del">
        <pc:chgData name="문 정민" userId="725e898a-b1f4-4de2-af66-12035302a739" providerId="ADAL" clId="{B9E69074-8236-41B4-A294-EE5B29733434}" dt="2023-07-20T11:10:24.587" v="775" actId="47"/>
        <pc:sldMkLst>
          <pc:docMk/>
          <pc:sldMk cId="3337457843" sldId="350"/>
        </pc:sldMkLst>
      </pc:sldChg>
      <pc:sldChg chg="modSp del mod">
        <pc:chgData name="문 정민" userId="725e898a-b1f4-4de2-af66-12035302a739" providerId="ADAL" clId="{B9E69074-8236-41B4-A294-EE5B29733434}" dt="2023-07-20T10:21:03.426" v="638" actId="47"/>
        <pc:sldMkLst>
          <pc:docMk/>
          <pc:sldMk cId="1480224803" sldId="351"/>
        </pc:sldMkLst>
        <pc:spChg chg="mod">
          <ac:chgData name="문 정민" userId="725e898a-b1f4-4de2-af66-12035302a739" providerId="ADAL" clId="{B9E69074-8236-41B4-A294-EE5B29733434}" dt="2023-07-20T10:04:00.229" v="35" actId="20577"/>
          <ac:spMkLst>
            <pc:docMk/>
            <pc:sldMk cId="1480224803" sldId="351"/>
            <ac:spMk id="27" creationId="{7D2185CE-F995-1C0C-8122-80A51B6A3440}"/>
          </ac:spMkLst>
        </pc:spChg>
      </pc:sldChg>
      <pc:sldChg chg="modSp del mod">
        <pc:chgData name="문 정민" userId="725e898a-b1f4-4de2-af66-12035302a739" providerId="ADAL" clId="{B9E69074-8236-41B4-A294-EE5B29733434}" dt="2023-07-20T10:26:01.683" v="649" actId="47"/>
        <pc:sldMkLst>
          <pc:docMk/>
          <pc:sldMk cId="331887288" sldId="352"/>
        </pc:sldMkLst>
        <pc:spChg chg="mod">
          <ac:chgData name="문 정민" userId="725e898a-b1f4-4de2-af66-12035302a739" providerId="ADAL" clId="{B9E69074-8236-41B4-A294-EE5B29733434}" dt="2023-07-20T10:04:02.949" v="36" actId="20577"/>
          <ac:spMkLst>
            <pc:docMk/>
            <pc:sldMk cId="331887288" sldId="352"/>
            <ac:spMk id="27" creationId="{7D2185CE-F995-1C0C-8122-80A51B6A3440}"/>
          </ac:spMkLst>
        </pc:spChg>
      </pc:sldChg>
      <pc:sldChg chg="modSp del mod">
        <pc:chgData name="문 정민" userId="725e898a-b1f4-4de2-af66-12035302a739" providerId="ADAL" clId="{B9E69074-8236-41B4-A294-EE5B29733434}" dt="2023-07-20T10:26:56.005" v="663" actId="47"/>
        <pc:sldMkLst>
          <pc:docMk/>
          <pc:sldMk cId="260905658" sldId="353"/>
        </pc:sldMkLst>
        <pc:spChg chg="mod">
          <ac:chgData name="문 정민" userId="725e898a-b1f4-4de2-af66-12035302a739" providerId="ADAL" clId="{B9E69074-8236-41B4-A294-EE5B29733434}" dt="2023-07-20T10:04:05.005" v="37" actId="20577"/>
          <ac:spMkLst>
            <pc:docMk/>
            <pc:sldMk cId="260905658" sldId="353"/>
            <ac:spMk id="27" creationId="{7D2185CE-F995-1C0C-8122-80A51B6A3440}"/>
          </ac:spMkLst>
        </pc:spChg>
      </pc:sldChg>
      <pc:sldChg chg="addSp delSp modSp add mod">
        <pc:chgData name="문 정민" userId="725e898a-b1f4-4de2-af66-12035302a739" providerId="ADAL" clId="{B9E69074-8236-41B4-A294-EE5B29733434}" dt="2023-07-20T10:26:48.163" v="662"/>
        <pc:sldMkLst>
          <pc:docMk/>
          <pc:sldMk cId="1795497837" sldId="354"/>
        </pc:sldMkLst>
        <pc:spChg chg="del">
          <ac:chgData name="문 정민" userId="725e898a-b1f4-4de2-af66-12035302a739" providerId="ADAL" clId="{B9E69074-8236-41B4-A294-EE5B29733434}" dt="2023-07-20T10:22:40.615" v="641" actId="478"/>
          <ac:spMkLst>
            <pc:docMk/>
            <pc:sldMk cId="1795497837" sldId="354"/>
            <ac:spMk id="2" creationId="{240EC6BA-E105-18A3-54A2-CD17DA45793C}"/>
          </ac:spMkLst>
        </pc:spChg>
        <pc:spChg chg="add mod">
          <ac:chgData name="문 정민" userId="725e898a-b1f4-4de2-af66-12035302a739" providerId="ADAL" clId="{B9E69074-8236-41B4-A294-EE5B29733434}" dt="2023-07-20T10:26:48.163" v="662"/>
          <ac:spMkLst>
            <pc:docMk/>
            <pc:sldMk cId="1795497837" sldId="354"/>
            <ac:spMk id="3" creationId="{125BA770-F65C-BEE3-D012-11A57C46A6CE}"/>
          </ac:spMkLst>
        </pc:spChg>
        <pc:spChg chg="mod">
          <ac:chgData name="문 정민" userId="725e898a-b1f4-4de2-af66-12035302a739" providerId="ADAL" clId="{B9E69074-8236-41B4-A294-EE5B29733434}" dt="2023-07-20T10:24:32.855" v="648" actId="14100"/>
          <ac:spMkLst>
            <pc:docMk/>
            <pc:sldMk cId="1795497837" sldId="354"/>
            <ac:spMk id="7" creationId="{85191584-DB7A-E8E5-8ADC-FB5716912DE4}"/>
          </ac:spMkLst>
        </pc:spChg>
        <pc:spChg chg="mod">
          <ac:chgData name="문 정민" userId="725e898a-b1f4-4de2-af66-12035302a739" providerId="ADAL" clId="{B9E69074-8236-41B4-A294-EE5B29733434}" dt="2023-07-20T10:23:05.932" v="647" actId="1076"/>
          <ac:spMkLst>
            <pc:docMk/>
            <pc:sldMk cId="1795497837" sldId="354"/>
            <ac:spMk id="8" creationId="{87C57BFA-5906-860F-8DF8-59742492E398}"/>
          </ac:spMkLst>
        </pc:spChg>
        <pc:picChg chg="mod">
          <ac:chgData name="문 정민" userId="725e898a-b1f4-4de2-af66-12035302a739" providerId="ADAL" clId="{B9E69074-8236-41B4-A294-EE5B29733434}" dt="2023-07-20T10:22:57.457" v="645" actId="14100"/>
          <ac:picMkLst>
            <pc:docMk/>
            <pc:sldMk cId="1795497837" sldId="354"/>
            <ac:picMk id="6" creationId="{FD810E4D-6004-0B9F-6294-B49DD1C3D369}"/>
          </ac:picMkLst>
        </pc:picChg>
      </pc:sldChg>
      <pc:sldChg chg="addSp delSp modSp add mod">
        <pc:chgData name="문 정민" userId="725e898a-b1f4-4de2-af66-12035302a739" providerId="ADAL" clId="{B9E69074-8236-41B4-A294-EE5B29733434}" dt="2023-07-21T05:29:12.282" v="3507"/>
        <pc:sldMkLst>
          <pc:docMk/>
          <pc:sldMk cId="476019375" sldId="355"/>
        </pc:sldMkLst>
        <pc:spChg chg="add mod">
          <ac:chgData name="문 정민" userId="725e898a-b1f4-4de2-af66-12035302a739" providerId="ADAL" clId="{B9E69074-8236-41B4-A294-EE5B29733434}" dt="2023-07-21T00:38:08.936" v="1829"/>
          <ac:spMkLst>
            <pc:docMk/>
            <pc:sldMk cId="476019375" sldId="355"/>
            <ac:spMk id="5" creationId="{FF9DC777-58C5-281C-722E-D7CA89A9E5A4}"/>
          </ac:spMkLst>
        </pc:spChg>
        <pc:spChg chg="del">
          <ac:chgData name="문 정민" userId="725e898a-b1f4-4de2-af66-12035302a739" providerId="ADAL" clId="{B9E69074-8236-41B4-A294-EE5B29733434}" dt="2023-07-20T11:33:34.438" v="862" actId="478"/>
          <ac:spMkLst>
            <pc:docMk/>
            <pc:sldMk cId="476019375" sldId="355"/>
            <ac:spMk id="6" creationId="{70841D0C-87A8-F786-3248-A934352CA31E}"/>
          </ac:spMkLst>
        </pc:spChg>
        <pc:spChg chg="del">
          <ac:chgData name="문 정민" userId="725e898a-b1f4-4de2-af66-12035302a739" providerId="ADAL" clId="{B9E69074-8236-41B4-A294-EE5B29733434}" dt="2023-07-21T00:38:08.300" v="1828" actId="478"/>
          <ac:spMkLst>
            <pc:docMk/>
            <pc:sldMk cId="476019375" sldId="355"/>
            <ac:spMk id="1044" creationId="{94167A95-4077-82BE-8090-0BA89520C0CF}"/>
          </ac:spMkLst>
        </pc:spChg>
        <pc:graphicFrameChg chg="add mod modGraphic">
          <ac:chgData name="문 정민" userId="725e898a-b1f4-4de2-af66-12035302a739" providerId="ADAL" clId="{B9E69074-8236-41B4-A294-EE5B29733434}" dt="2023-07-21T05:29:12.282" v="3507"/>
          <ac:graphicFrameMkLst>
            <pc:docMk/>
            <pc:sldMk cId="476019375" sldId="355"/>
            <ac:graphicFrameMk id="3" creationId="{3F5CC9B6-23FA-54ED-EACE-CC978D72AD0D}"/>
          </ac:graphicFrameMkLst>
        </pc:graphicFrameChg>
        <pc:graphicFrameChg chg="del">
          <ac:chgData name="문 정민" userId="725e898a-b1f4-4de2-af66-12035302a739" providerId="ADAL" clId="{B9E69074-8236-41B4-A294-EE5B29733434}" dt="2023-07-20T11:33:34.438" v="862" actId="478"/>
          <ac:graphicFrameMkLst>
            <pc:docMk/>
            <pc:sldMk cId="476019375" sldId="355"/>
            <ac:graphicFrameMk id="13" creationId="{6C419F1E-CE69-03B5-B19D-E2B064759A20}"/>
          </ac:graphicFrameMkLst>
        </pc:graphicFrameChg>
        <pc:picChg chg="del">
          <ac:chgData name="문 정민" userId="725e898a-b1f4-4de2-af66-12035302a739" providerId="ADAL" clId="{B9E69074-8236-41B4-A294-EE5B29733434}" dt="2023-07-20T11:33:34.438" v="862" actId="478"/>
          <ac:picMkLst>
            <pc:docMk/>
            <pc:sldMk cId="476019375" sldId="355"/>
            <ac:picMk id="4" creationId="{60C5B934-95E1-B550-C0A3-9286569F657B}"/>
          </ac:picMkLst>
        </pc:picChg>
        <pc:picChg chg="del">
          <ac:chgData name="문 정민" userId="725e898a-b1f4-4de2-af66-12035302a739" providerId="ADAL" clId="{B9E69074-8236-41B4-A294-EE5B29733434}" dt="2023-07-20T11:33:34.438" v="862" actId="478"/>
          <ac:picMkLst>
            <pc:docMk/>
            <pc:sldMk cId="476019375" sldId="355"/>
            <ac:picMk id="7" creationId="{1C7A4CBD-147D-4B20-E575-1E64E35E77D8}"/>
          </ac:picMkLst>
        </pc:picChg>
      </pc:sldChg>
      <pc:sldChg chg="addSp delSp modSp add mod">
        <pc:chgData name="문 정민" userId="725e898a-b1f4-4de2-af66-12035302a739" providerId="ADAL" clId="{B9E69074-8236-41B4-A294-EE5B29733434}" dt="2023-07-21T06:37:56.024" v="5298" actId="14100"/>
        <pc:sldMkLst>
          <pc:docMk/>
          <pc:sldMk cId="1279690535" sldId="356"/>
        </pc:sldMkLst>
        <pc:spChg chg="add mod">
          <ac:chgData name="문 정민" userId="725e898a-b1f4-4de2-af66-12035302a739" providerId="ADAL" clId="{B9E69074-8236-41B4-A294-EE5B29733434}" dt="2023-07-21T00:38:12.368" v="1831"/>
          <ac:spMkLst>
            <pc:docMk/>
            <pc:sldMk cId="1279690535" sldId="356"/>
            <ac:spMk id="3" creationId="{3613D101-AF19-FB3E-4D59-671113BCCF3C}"/>
          </ac:spMkLst>
        </pc:spChg>
        <pc:spChg chg="add mod">
          <ac:chgData name="문 정민" userId="725e898a-b1f4-4de2-af66-12035302a739" providerId="ADAL" clId="{B9E69074-8236-41B4-A294-EE5B29733434}" dt="2023-07-21T02:53:38.808" v="2502" actId="20577"/>
          <ac:spMkLst>
            <pc:docMk/>
            <pc:sldMk cId="1279690535" sldId="356"/>
            <ac:spMk id="5" creationId="{0F9A5442-1E3F-F1AD-34E4-9D9CC69BF818}"/>
          </ac:spMkLst>
        </pc:spChg>
        <pc:spChg chg="del">
          <ac:chgData name="문 정민" userId="725e898a-b1f4-4de2-af66-12035302a739" providerId="ADAL" clId="{B9E69074-8236-41B4-A294-EE5B29733434}" dt="2023-07-20T11:38:24.431" v="920" actId="478"/>
          <ac:spMkLst>
            <pc:docMk/>
            <pc:sldMk cId="1279690535" sldId="356"/>
            <ac:spMk id="6" creationId="{70841D0C-87A8-F786-3248-A934352CA31E}"/>
          </ac:spMkLst>
        </pc:spChg>
        <pc:spChg chg="add del mod">
          <ac:chgData name="문 정민" userId="725e898a-b1f4-4de2-af66-12035302a739" providerId="ADAL" clId="{B9E69074-8236-41B4-A294-EE5B29733434}" dt="2023-07-21T02:54:08.685" v="2508"/>
          <ac:spMkLst>
            <pc:docMk/>
            <pc:sldMk cId="1279690535" sldId="356"/>
            <ac:spMk id="8" creationId="{939B50ED-516D-8AA9-AF3D-9A6832A81217}"/>
          </ac:spMkLst>
        </pc:spChg>
        <pc:spChg chg="add del mod">
          <ac:chgData name="문 정민" userId="725e898a-b1f4-4de2-af66-12035302a739" providerId="ADAL" clId="{B9E69074-8236-41B4-A294-EE5B29733434}" dt="2023-07-21T02:54:08.685" v="2508"/>
          <ac:spMkLst>
            <pc:docMk/>
            <pc:sldMk cId="1279690535" sldId="356"/>
            <ac:spMk id="9" creationId="{E83A0C91-3366-4DC4-86AC-2B1348B62492}"/>
          </ac:spMkLst>
        </pc:spChg>
        <pc:spChg chg="add del mod">
          <ac:chgData name="문 정민" userId="725e898a-b1f4-4de2-af66-12035302a739" providerId="ADAL" clId="{B9E69074-8236-41B4-A294-EE5B29733434}" dt="2023-07-21T02:54:08.685" v="2508"/>
          <ac:spMkLst>
            <pc:docMk/>
            <pc:sldMk cId="1279690535" sldId="356"/>
            <ac:spMk id="10" creationId="{12710EFE-CF76-F331-2902-B915B42ADF4C}"/>
          </ac:spMkLst>
        </pc:spChg>
        <pc:spChg chg="add del mod">
          <ac:chgData name="문 정민" userId="725e898a-b1f4-4de2-af66-12035302a739" providerId="ADAL" clId="{B9E69074-8236-41B4-A294-EE5B29733434}" dt="2023-07-21T02:54:08.685" v="2508"/>
          <ac:spMkLst>
            <pc:docMk/>
            <pc:sldMk cId="1279690535" sldId="356"/>
            <ac:spMk id="11" creationId="{C3E15184-411F-9A43-3E35-51F2D96B74D8}"/>
          </ac:spMkLst>
        </pc:spChg>
        <pc:spChg chg="add del mod">
          <ac:chgData name="문 정민" userId="725e898a-b1f4-4de2-af66-12035302a739" providerId="ADAL" clId="{B9E69074-8236-41B4-A294-EE5B29733434}" dt="2023-07-21T02:54:08.685" v="2508"/>
          <ac:spMkLst>
            <pc:docMk/>
            <pc:sldMk cId="1279690535" sldId="356"/>
            <ac:spMk id="12" creationId="{B82BD2BD-C4C9-CF2D-28B1-84EC69E8DE07}"/>
          </ac:spMkLst>
        </pc:spChg>
        <pc:spChg chg="add del mod">
          <ac:chgData name="문 정민" userId="725e898a-b1f4-4de2-af66-12035302a739" providerId="ADAL" clId="{B9E69074-8236-41B4-A294-EE5B29733434}" dt="2023-07-21T02:54:08.685" v="2508"/>
          <ac:spMkLst>
            <pc:docMk/>
            <pc:sldMk cId="1279690535" sldId="356"/>
            <ac:spMk id="23" creationId="{4D044038-CFE6-91A0-B378-9FF3B6E3F78D}"/>
          </ac:spMkLst>
        </pc:spChg>
        <pc:spChg chg="mod">
          <ac:chgData name="문 정민" userId="725e898a-b1f4-4de2-af66-12035302a739" providerId="ADAL" clId="{B9E69074-8236-41B4-A294-EE5B29733434}" dt="2023-07-21T02:53:49.652" v="2503"/>
          <ac:spMkLst>
            <pc:docMk/>
            <pc:sldMk cId="1279690535" sldId="356"/>
            <ac:spMk id="25" creationId="{59F5E57A-EA85-A36D-A15D-D394CE850AA4}"/>
          </ac:spMkLst>
        </pc:spChg>
        <pc:spChg chg="add del mod">
          <ac:chgData name="문 정민" userId="725e898a-b1f4-4de2-af66-12035302a739" providerId="ADAL" clId="{B9E69074-8236-41B4-A294-EE5B29733434}" dt="2023-07-21T02:55:03.120" v="2524"/>
          <ac:spMkLst>
            <pc:docMk/>
            <pc:sldMk cId="1279690535" sldId="356"/>
            <ac:spMk id="31" creationId="{060407CD-35BD-3ABC-2858-C44B7E0048D5}"/>
          </ac:spMkLst>
        </pc:spChg>
        <pc:spChg chg="add del mod">
          <ac:chgData name="문 정민" userId="725e898a-b1f4-4de2-af66-12035302a739" providerId="ADAL" clId="{B9E69074-8236-41B4-A294-EE5B29733434}" dt="2023-07-21T02:55:03.120" v="2524"/>
          <ac:spMkLst>
            <pc:docMk/>
            <pc:sldMk cId="1279690535" sldId="356"/>
            <ac:spMk id="32" creationId="{C35B4A57-FDC4-632A-11A4-7A7E4BE303AC}"/>
          </ac:spMkLst>
        </pc:spChg>
        <pc:spChg chg="add del mod">
          <ac:chgData name="문 정민" userId="725e898a-b1f4-4de2-af66-12035302a739" providerId="ADAL" clId="{B9E69074-8236-41B4-A294-EE5B29733434}" dt="2023-07-21T02:55:03.120" v="2524"/>
          <ac:spMkLst>
            <pc:docMk/>
            <pc:sldMk cId="1279690535" sldId="356"/>
            <ac:spMk id="33" creationId="{5093BFC0-8FC2-4FEE-DC2D-D922A500AF69}"/>
          </ac:spMkLst>
        </pc:spChg>
        <pc:spChg chg="add del mod">
          <ac:chgData name="문 정민" userId="725e898a-b1f4-4de2-af66-12035302a739" providerId="ADAL" clId="{B9E69074-8236-41B4-A294-EE5B29733434}" dt="2023-07-21T02:55:03.120" v="2524"/>
          <ac:spMkLst>
            <pc:docMk/>
            <pc:sldMk cId="1279690535" sldId="356"/>
            <ac:spMk id="34" creationId="{41C39BFB-1869-75E3-C775-E8AA48CBA048}"/>
          </ac:spMkLst>
        </pc:spChg>
        <pc:spChg chg="add del mod">
          <ac:chgData name="문 정민" userId="725e898a-b1f4-4de2-af66-12035302a739" providerId="ADAL" clId="{B9E69074-8236-41B4-A294-EE5B29733434}" dt="2023-07-21T02:55:03.120" v="2524"/>
          <ac:spMkLst>
            <pc:docMk/>
            <pc:sldMk cId="1279690535" sldId="356"/>
            <ac:spMk id="35" creationId="{49E1F4F9-ABFF-75CE-A9DA-8E6B11463A48}"/>
          </ac:spMkLst>
        </pc:spChg>
        <pc:spChg chg="add del mod">
          <ac:chgData name="문 정민" userId="725e898a-b1f4-4de2-af66-12035302a739" providerId="ADAL" clId="{B9E69074-8236-41B4-A294-EE5B29733434}" dt="2023-07-21T02:55:03.120" v="2524"/>
          <ac:spMkLst>
            <pc:docMk/>
            <pc:sldMk cId="1279690535" sldId="356"/>
            <ac:spMk id="41" creationId="{A5AF02F0-850C-5D8D-1F6F-B054962BF088}"/>
          </ac:spMkLst>
        </pc:spChg>
        <pc:spChg chg="mod topLvl">
          <ac:chgData name="문 정민" userId="725e898a-b1f4-4de2-af66-12035302a739" providerId="ADAL" clId="{B9E69074-8236-41B4-A294-EE5B29733434}" dt="2023-07-21T02:55:02.323" v="2522" actId="165"/>
          <ac:spMkLst>
            <pc:docMk/>
            <pc:sldMk cId="1279690535" sldId="356"/>
            <ac:spMk id="43" creationId="{7F450664-0EA9-67E3-0198-8514515F3101}"/>
          </ac:spMkLst>
        </pc:spChg>
        <pc:spChg chg="add del mod ord">
          <ac:chgData name="문 정민" userId="725e898a-b1f4-4de2-af66-12035302a739" providerId="ADAL" clId="{B9E69074-8236-41B4-A294-EE5B29733434}" dt="2023-07-21T06:04:27.365" v="4142" actId="478"/>
          <ac:spMkLst>
            <pc:docMk/>
            <pc:sldMk cId="1279690535" sldId="356"/>
            <ac:spMk id="49" creationId="{2FA0F96B-2EBF-A25A-AF0F-EE9216BB475D}"/>
          </ac:spMkLst>
        </pc:spChg>
        <pc:spChg chg="mod">
          <ac:chgData name="문 정민" userId="725e898a-b1f4-4de2-af66-12035302a739" providerId="ADAL" clId="{B9E69074-8236-41B4-A294-EE5B29733434}" dt="2023-07-21T03:56:51.128" v="2567"/>
          <ac:spMkLst>
            <pc:docMk/>
            <pc:sldMk cId="1279690535" sldId="356"/>
            <ac:spMk id="57" creationId="{5A4F6A8B-CC1A-3909-28F1-DA2F4078A9CA}"/>
          </ac:spMkLst>
        </pc:spChg>
        <pc:spChg chg="add del mod">
          <ac:chgData name="문 정민" userId="725e898a-b1f4-4de2-af66-12035302a739" providerId="ADAL" clId="{B9E69074-8236-41B4-A294-EE5B29733434}" dt="2023-07-21T03:58:17.362" v="2607" actId="478"/>
          <ac:spMkLst>
            <pc:docMk/>
            <pc:sldMk cId="1279690535" sldId="356"/>
            <ac:spMk id="60" creationId="{555B3712-2072-FC22-BC63-54B080E2316E}"/>
          </ac:spMkLst>
        </pc:spChg>
        <pc:spChg chg="add del mod">
          <ac:chgData name="문 정민" userId="725e898a-b1f4-4de2-af66-12035302a739" providerId="ADAL" clId="{B9E69074-8236-41B4-A294-EE5B29733434}" dt="2023-07-21T03:58:43.064" v="2609"/>
          <ac:spMkLst>
            <pc:docMk/>
            <pc:sldMk cId="1279690535" sldId="356"/>
            <ac:spMk id="61" creationId="{09B2FCB2-5097-04F0-D6ED-11541AFDD91B}"/>
          </ac:spMkLst>
        </pc:spChg>
        <pc:spChg chg="add del mod">
          <ac:chgData name="문 정민" userId="725e898a-b1f4-4de2-af66-12035302a739" providerId="ADAL" clId="{B9E69074-8236-41B4-A294-EE5B29733434}" dt="2023-07-21T06:04:27.365" v="4142" actId="478"/>
          <ac:spMkLst>
            <pc:docMk/>
            <pc:sldMk cId="1279690535" sldId="356"/>
            <ac:spMk id="62" creationId="{46850EA6-8E77-B899-6BF2-D00DB415FB59}"/>
          </ac:spMkLst>
        </pc:spChg>
        <pc:spChg chg="add del mod ord">
          <ac:chgData name="문 정민" userId="725e898a-b1f4-4de2-af66-12035302a739" providerId="ADAL" clId="{B9E69074-8236-41B4-A294-EE5B29733434}" dt="2023-07-21T06:04:27.365" v="4142" actId="478"/>
          <ac:spMkLst>
            <pc:docMk/>
            <pc:sldMk cId="1279690535" sldId="356"/>
            <ac:spMk id="63" creationId="{B585D0A8-A7EF-6A9C-6574-AA7A6BB2CCC2}"/>
          </ac:spMkLst>
        </pc:spChg>
        <pc:spChg chg="add del mod ord">
          <ac:chgData name="문 정민" userId="725e898a-b1f4-4de2-af66-12035302a739" providerId="ADAL" clId="{B9E69074-8236-41B4-A294-EE5B29733434}" dt="2023-07-21T06:04:27.365" v="4142" actId="478"/>
          <ac:spMkLst>
            <pc:docMk/>
            <pc:sldMk cId="1279690535" sldId="356"/>
            <ac:spMk id="1026" creationId="{4C10EA0B-8669-9AC5-B802-936E6667A7C4}"/>
          </ac:spMkLst>
        </pc:spChg>
        <pc:spChg chg="add del mod">
          <ac:chgData name="문 정민" userId="725e898a-b1f4-4de2-af66-12035302a739" providerId="ADAL" clId="{B9E69074-8236-41B4-A294-EE5B29733434}" dt="2023-07-21T06:05:17.831" v="4146"/>
          <ac:spMkLst>
            <pc:docMk/>
            <pc:sldMk cId="1279690535" sldId="356"/>
            <ac:spMk id="1033" creationId="{2A457651-6675-4742-E9EE-71A2B6BB275C}"/>
          </ac:spMkLst>
        </pc:spChg>
        <pc:spChg chg="add del mod">
          <ac:chgData name="문 정민" userId="725e898a-b1f4-4de2-af66-12035302a739" providerId="ADAL" clId="{B9E69074-8236-41B4-A294-EE5B29733434}" dt="2023-07-21T06:05:17.831" v="4146"/>
          <ac:spMkLst>
            <pc:docMk/>
            <pc:sldMk cId="1279690535" sldId="356"/>
            <ac:spMk id="1034" creationId="{C23A1796-C731-B32A-5BFD-A2687B149C55}"/>
          </ac:spMkLst>
        </pc:spChg>
        <pc:spChg chg="add del mod">
          <ac:chgData name="문 정민" userId="725e898a-b1f4-4de2-af66-12035302a739" providerId="ADAL" clId="{B9E69074-8236-41B4-A294-EE5B29733434}" dt="2023-07-21T06:05:17.831" v="4146"/>
          <ac:spMkLst>
            <pc:docMk/>
            <pc:sldMk cId="1279690535" sldId="356"/>
            <ac:spMk id="1039" creationId="{BF54FF72-2B8D-8E43-AAE7-11F2F25EFE58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42" creationId="{D730268C-9493-BBFC-B88B-9A2F4984473E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43" creationId="{14BC04D2-CB3C-6696-3057-D137E01A166A}"/>
          </ac:spMkLst>
        </pc:spChg>
        <pc:spChg chg="del">
          <ac:chgData name="문 정민" userId="725e898a-b1f4-4de2-af66-12035302a739" providerId="ADAL" clId="{B9E69074-8236-41B4-A294-EE5B29733434}" dt="2023-07-21T00:38:11.708" v="1830" actId="478"/>
          <ac:spMkLst>
            <pc:docMk/>
            <pc:sldMk cId="1279690535" sldId="356"/>
            <ac:spMk id="1044" creationId="{94167A95-4077-82BE-8090-0BA89520C0CF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45" creationId="{397D66FC-B3CC-C848-0C22-CEE6545D487B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47" creationId="{0AB83ABC-6984-05F8-BE5A-FE7A25879FCF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48" creationId="{76C9C357-F544-C17E-0EAC-774CCF043136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49" creationId="{7EEF5DBE-5075-AD5F-0966-F3146BFBF833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51" creationId="{FB2F674F-82D3-76CA-59AF-AAA4EB78BE6D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52" creationId="{5FC69DE5-6324-E70E-C493-92E680128269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53" creationId="{A0DD95E0-AEF5-EC59-191C-7EFFACE089C3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55" creationId="{A83C4FC8-8B1F-5B86-A449-894C6649C456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56" creationId="{C5D1E385-1D9A-4E62-73EF-BF7397F05A36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57" creationId="{1F2AC9C7-48B3-C9EF-1A05-883E29FC39B4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59" creationId="{A156E64E-D204-FF85-B16F-250FCD75C746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60" creationId="{51914698-E208-EE91-00AD-023FF4146957}"/>
          </ac:spMkLst>
        </pc:spChg>
        <pc:spChg chg="mod">
          <ac:chgData name="문 정민" userId="725e898a-b1f4-4de2-af66-12035302a739" providerId="ADAL" clId="{B9E69074-8236-41B4-A294-EE5B29733434}" dt="2023-07-21T06:05:15.955" v="4145"/>
          <ac:spMkLst>
            <pc:docMk/>
            <pc:sldMk cId="1279690535" sldId="356"/>
            <ac:spMk id="1061" creationId="{352D4604-FBB5-5F1B-08B1-95A9CEE5BA03}"/>
          </ac:spMkLst>
        </pc:spChg>
        <pc:spChg chg="add del mod">
          <ac:chgData name="문 정민" userId="725e898a-b1f4-4de2-af66-12035302a739" providerId="ADAL" clId="{B9E69074-8236-41B4-A294-EE5B29733434}" dt="2023-07-21T06:05:17.831" v="4146"/>
          <ac:spMkLst>
            <pc:docMk/>
            <pc:sldMk cId="1279690535" sldId="356"/>
            <ac:spMk id="1062" creationId="{1D5D3A3C-8CFC-977F-132F-F3C41FF90CE9}"/>
          </ac:spMkLst>
        </pc:spChg>
        <pc:spChg chg="add del mod">
          <ac:chgData name="문 정민" userId="725e898a-b1f4-4de2-af66-12035302a739" providerId="ADAL" clId="{B9E69074-8236-41B4-A294-EE5B29733434}" dt="2023-07-21T06:05:46.801" v="4151"/>
          <ac:spMkLst>
            <pc:docMk/>
            <pc:sldMk cId="1279690535" sldId="356"/>
            <ac:spMk id="1064" creationId="{04A306A0-F96D-DEC4-A870-C16FC899A654}"/>
          </ac:spMkLst>
        </pc:spChg>
        <pc:spChg chg="add del mod">
          <ac:chgData name="문 정민" userId="725e898a-b1f4-4de2-af66-12035302a739" providerId="ADAL" clId="{B9E69074-8236-41B4-A294-EE5B29733434}" dt="2023-07-21T06:05:46.801" v="4151"/>
          <ac:spMkLst>
            <pc:docMk/>
            <pc:sldMk cId="1279690535" sldId="356"/>
            <ac:spMk id="1065" creationId="{FD3BB382-7475-418C-8600-ACE94F1CCC1F}"/>
          </ac:spMkLst>
        </pc:spChg>
        <pc:spChg chg="mod">
          <ac:chgData name="문 정민" userId="725e898a-b1f4-4de2-af66-12035302a739" providerId="ADAL" clId="{B9E69074-8236-41B4-A294-EE5B29733434}" dt="2023-07-21T06:05:45.369" v="4150"/>
          <ac:spMkLst>
            <pc:docMk/>
            <pc:sldMk cId="1279690535" sldId="356"/>
            <ac:spMk id="1067" creationId="{9CC38353-8FEE-03AF-C759-22AE37423114}"/>
          </ac:spMkLst>
        </pc:spChg>
        <pc:spChg chg="add del mod">
          <ac:chgData name="문 정민" userId="725e898a-b1f4-4de2-af66-12035302a739" providerId="ADAL" clId="{B9E69074-8236-41B4-A294-EE5B29733434}" dt="2023-07-21T06:05:46.801" v="4151"/>
          <ac:spMkLst>
            <pc:docMk/>
            <pc:sldMk cId="1279690535" sldId="356"/>
            <ac:spMk id="1070" creationId="{F776BEEF-9DC9-50D4-8EB2-C8F848CA02E4}"/>
          </ac:spMkLst>
        </pc:spChg>
        <pc:spChg chg="add del mod">
          <ac:chgData name="문 정민" userId="725e898a-b1f4-4de2-af66-12035302a739" providerId="ADAL" clId="{B9E69074-8236-41B4-A294-EE5B29733434}" dt="2023-07-21T06:05:46.801" v="4151"/>
          <ac:spMkLst>
            <pc:docMk/>
            <pc:sldMk cId="1279690535" sldId="356"/>
            <ac:spMk id="1072" creationId="{2C259EFD-735D-92BC-C1E5-E27E344714BF}"/>
          </ac:spMkLst>
        </pc:spChg>
        <pc:spChg chg="add del mod">
          <ac:chgData name="문 정민" userId="725e898a-b1f4-4de2-af66-12035302a739" providerId="ADAL" clId="{B9E69074-8236-41B4-A294-EE5B29733434}" dt="2023-07-21T06:25:29.524" v="4623"/>
          <ac:spMkLst>
            <pc:docMk/>
            <pc:sldMk cId="1279690535" sldId="356"/>
            <ac:spMk id="1079" creationId="{24663548-35C6-951D-7193-E8766AA1036C}"/>
          </ac:spMkLst>
        </pc:spChg>
        <pc:spChg chg="add del mod">
          <ac:chgData name="문 정민" userId="725e898a-b1f4-4de2-af66-12035302a739" providerId="ADAL" clId="{B9E69074-8236-41B4-A294-EE5B29733434}" dt="2023-07-21T06:25:29.524" v="4623"/>
          <ac:spMkLst>
            <pc:docMk/>
            <pc:sldMk cId="1279690535" sldId="356"/>
            <ac:spMk id="1081" creationId="{D339626A-9128-27C5-8C7C-A7EB8567D192}"/>
          </ac:spMkLst>
        </pc:spChg>
        <pc:spChg chg="add del mod">
          <ac:chgData name="문 정민" userId="725e898a-b1f4-4de2-af66-12035302a739" providerId="ADAL" clId="{B9E69074-8236-41B4-A294-EE5B29733434}" dt="2023-07-21T06:25:40.484" v="4626"/>
          <ac:spMkLst>
            <pc:docMk/>
            <pc:sldMk cId="1279690535" sldId="356"/>
            <ac:spMk id="1083" creationId="{7C606AE5-2274-F134-D751-39D1490C7134}"/>
          </ac:spMkLst>
        </pc:spChg>
        <pc:spChg chg="add del mod">
          <ac:chgData name="문 정민" userId="725e898a-b1f4-4de2-af66-12035302a739" providerId="ADAL" clId="{B9E69074-8236-41B4-A294-EE5B29733434}" dt="2023-07-21T06:25:40.484" v="4626"/>
          <ac:spMkLst>
            <pc:docMk/>
            <pc:sldMk cId="1279690535" sldId="356"/>
            <ac:spMk id="1084" creationId="{4FF84A46-EBBE-EDCB-0934-B15FABC28583}"/>
          </ac:spMkLst>
        </pc:spChg>
        <pc:spChg chg="add del mod">
          <ac:chgData name="문 정민" userId="725e898a-b1f4-4de2-af66-12035302a739" providerId="ADAL" clId="{B9E69074-8236-41B4-A294-EE5B29733434}" dt="2023-07-21T06:25:40.484" v="4626"/>
          <ac:spMkLst>
            <pc:docMk/>
            <pc:sldMk cId="1279690535" sldId="356"/>
            <ac:spMk id="1089" creationId="{A3F3AD93-3600-1FF1-33AB-91F116E4AA1A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092" creationId="{F21F38F8-ACDD-380E-A164-FFA03D5B1858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093" creationId="{FA827F99-1DA3-ED84-813C-717892327FC8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094" creationId="{E1E670BB-F60D-1F28-45BD-94FC930B80EB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096" creationId="{F4D5A0F1-1AAF-B036-6767-2BBB2B1E685E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097" creationId="{9403FCFC-F289-836C-09EE-15F578A96454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098" creationId="{663CB528-14F2-2B86-6099-CD20880EE61F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100" creationId="{08A77AEA-4A6B-02D4-A4E9-EBD4CE013A05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101" creationId="{F68D8B9B-232A-5A2B-C3C1-32E638F3F516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102" creationId="{D57EAB01-0C3A-DA33-FEFF-F63E3A8DE8A5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104" creationId="{FCE32A73-0B29-1082-D261-453F96C4F6CD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105" creationId="{8F4C7C09-157C-C7EB-24CA-FF4902EED088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106" creationId="{A938EA1D-567C-678F-E1DF-5DBC4B8D8034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108" creationId="{DCDA66F3-9D2B-135B-0150-89217A0D5735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109" creationId="{07669170-CC94-BC52-8AAE-E56520C92A35}"/>
          </ac:spMkLst>
        </pc:spChg>
        <pc:spChg chg="mod">
          <ac:chgData name="문 정민" userId="725e898a-b1f4-4de2-af66-12035302a739" providerId="ADAL" clId="{B9E69074-8236-41B4-A294-EE5B29733434}" dt="2023-07-21T06:25:38.891" v="4625"/>
          <ac:spMkLst>
            <pc:docMk/>
            <pc:sldMk cId="1279690535" sldId="356"/>
            <ac:spMk id="1110" creationId="{183C012C-560F-13A7-A3AC-483FCF191804}"/>
          </ac:spMkLst>
        </pc:spChg>
        <pc:spChg chg="add del mod">
          <ac:chgData name="문 정민" userId="725e898a-b1f4-4de2-af66-12035302a739" providerId="ADAL" clId="{B9E69074-8236-41B4-A294-EE5B29733434}" dt="2023-07-21T06:25:40.484" v="4626"/>
          <ac:spMkLst>
            <pc:docMk/>
            <pc:sldMk cId="1279690535" sldId="356"/>
            <ac:spMk id="1111" creationId="{37E3B65D-00A0-F4FB-6C49-15261831CB08}"/>
          </ac:spMkLst>
        </pc:spChg>
        <pc:spChg chg="add del mod">
          <ac:chgData name="문 정민" userId="725e898a-b1f4-4de2-af66-12035302a739" providerId="ADAL" clId="{B9E69074-8236-41B4-A294-EE5B29733434}" dt="2023-07-21T06:25:47.426" v="4629"/>
          <ac:spMkLst>
            <pc:docMk/>
            <pc:sldMk cId="1279690535" sldId="356"/>
            <ac:spMk id="1113" creationId="{764ED3B6-53D3-9BAA-3DAF-E39157032450}"/>
          </ac:spMkLst>
        </pc:spChg>
        <pc:spChg chg="add del mod">
          <ac:chgData name="문 정민" userId="725e898a-b1f4-4de2-af66-12035302a739" providerId="ADAL" clId="{B9E69074-8236-41B4-A294-EE5B29733434}" dt="2023-07-21T06:25:47.426" v="4629"/>
          <ac:spMkLst>
            <pc:docMk/>
            <pc:sldMk cId="1279690535" sldId="356"/>
            <ac:spMk id="1114" creationId="{C7930073-E4D7-04E5-233E-10DEB68B8404}"/>
          </ac:spMkLst>
        </pc:spChg>
        <pc:spChg chg="add del mod">
          <ac:chgData name="문 정민" userId="725e898a-b1f4-4de2-af66-12035302a739" providerId="ADAL" clId="{B9E69074-8236-41B4-A294-EE5B29733434}" dt="2023-07-21T06:25:47.426" v="4629"/>
          <ac:spMkLst>
            <pc:docMk/>
            <pc:sldMk cId="1279690535" sldId="356"/>
            <ac:spMk id="1119" creationId="{D4923F44-B597-7AB3-F10B-9541DDF90DE5}"/>
          </ac:spMkLst>
        </pc:spChg>
        <pc:spChg chg="mod">
          <ac:chgData name="문 정민" userId="725e898a-b1f4-4de2-af66-12035302a739" providerId="ADAL" clId="{B9E69074-8236-41B4-A294-EE5B29733434}" dt="2023-07-21T06:25:45.913" v="4628"/>
          <ac:spMkLst>
            <pc:docMk/>
            <pc:sldMk cId="1279690535" sldId="356"/>
            <ac:spMk id="1121" creationId="{6779DE78-A54B-4FD0-57CB-25EB5541FD73}"/>
          </ac:spMkLst>
        </pc:spChg>
        <pc:spChg chg="mod">
          <ac:chgData name="문 정민" userId="725e898a-b1f4-4de2-af66-12035302a739" providerId="ADAL" clId="{B9E69074-8236-41B4-A294-EE5B29733434}" dt="2023-07-21T06:25:45.913" v="4628"/>
          <ac:spMkLst>
            <pc:docMk/>
            <pc:sldMk cId="1279690535" sldId="356"/>
            <ac:spMk id="1122" creationId="{939EE79F-D465-530F-E542-DB1440C64C45}"/>
          </ac:spMkLst>
        </pc:spChg>
        <pc:spChg chg="add del mod">
          <ac:chgData name="문 정민" userId="725e898a-b1f4-4de2-af66-12035302a739" providerId="ADAL" clId="{B9E69074-8236-41B4-A294-EE5B29733434}" dt="2023-07-21T06:25:47.426" v="4629"/>
          <ac:spMkLst>
            <pc:docMk/>
            <pc:sldMk cId="1279690535" sldId="356"/>
            <ac:spMk id="1123" creationId="{3D907776-5B61-F1D1-7BF7-1273F1E539BC}"/>
          </ac:spMkLst>
        </pc:spChg>
        <pc:spChg chg="add del mod">
          <ac:chgData name="문 정민" userId="725e898a-b1f4-4de2-af66-12035302a739" providerId="ADAL" clId="{B9E69074-8236-41B4-A294-EE5B29733434}" dt="2023-07-21T06:25:47.426" v="4629"/>
          <ac:spMkLst>
            <pc:docMk/>
            <pc:sldMk cId="1279690535" sldId="356"/>
            <ac:spMk id="1124" creationId="{C3AFC4BC-2E46-9593-AF4D-385C4B06D86D}"/>
          </ac:spMkLst>
        </pc:spChg>
        <pc:spChg chg="add del mod">
          <ac:chgData name="문 정민" userId="725e898a-b1f4-4de2-af66-12035302a739" providerId="ADAL" clId="{B9E69074-8236-41B4-A294-EE5B29733434}" dt="2023-07-21T06:25:47.426" v="4629"/>
          <ac:spMkLst>
            <pc:docMk/>
            <pc:sldMk cId="1279690535" sldId="356"/>
            <ac:spMk id="1127" creationId="{3FC743BE-5D96-DC8C-B550-02F4498F0E53}"/>
          </ac:spMkLst>
        </pc:spChg>
        <pc:spChg chg="add del mod">
          <ac:chgData name="문 정민" userId="725e898a-b1f4-4de2-af66-12035302a739" providerId="ADAL" clId="{B9E69074-8236-41B4-A294-EE5B29733434}" dt="2023-07-21T06:25:47.426" v="4629"/>
          <ac:spMkLst>
            <pc:docMk/>
            <pc:sldMk cId="1279690535" sldId="356"/>
            <ac:spMk id="1129" creationId="{1C78F7A9-20F9-255E-D35B-E65BAB6A639F}"/>
          </ac:spMkLst>
        </pc:spChg>
        <pc:spChg chg="add del mod">
          <ac:chgData name="문 정민" userId="725e898a-b1f4-4de2-af66-12035302a739" providerId="ADAL" clId="{B9E69074-8236-41B4-A294-EE5B29733434}" dt="2023-07-21T06:25:54.106" v="4632"/>
          <ac:spMkLst>
            <pc:docMk/>
            <pc:sldMk cId="1279690535" sldId="356"/>
            <ac:spMk id="1132" creationId="{0122A1CC-D155-FAC4-A7BF-1F28D0E48E44}"/>
          </ac:spMkLst>
        </pc:spChg>
        <pc:spChg chg="add del mod">
          <ac:chgData name="문 정민" userId="725e898a-b1f4-4de2-af66-12035302a739" providerId="ADAL" clId="{B9E69074-8236-41B4-A294-EE5B29733434}" dt="2023-07-21T06:25:54.106" v="4632"/>
          <ac:spMkLst>
            <pc:docMk/>
            <pc:sldMk cId="1279690535" sldId="356"/>
            <ac:spMk id="1133" creationId="{AD12CE91-5100-EAD2-FF0F-2EFF56EA8AB7}"/>
          </ac:spMkLst>
        </pc:spChg>
        <pc:spChg chg="mod">
          <ac:chgData name="문 정민" userId="725e898a-b1f4-4de2-af66-12035302a739" providerId="ADAL" clId="{B9E69074-8236-41B4-A294-EE5B29733434}" dt="2023-07-21T06:25:52.713" v="4631"/>
          <ac:spMkLst>
            <pc:docMk/>
            <pc:sldMk cId="1279690535" sldId="356"/>
            <ac:spMk id="1135" creationId="{1C70AF55-8E2A-AE61-92DD-C7EE6905F138}"/>
          </ac:spMkLst>
        </pc:spChg>
        <pc:spChg chg="add del mod">
          <ac:chgData name="문 정민" userId="725e898a-b1f4-4de2-af66-12035302a739" providerId="ADAL" clId="{B9E69074-8236-41B4-A294-EE5B29733434}" dt="2023-07-21T06:25:54.106" v="4632"/>
          <ac:spMkLst>
            <pc:docMk/>
            <pc:sldMk cId="1279690535" sldId="356"/>
            <ac:spMk id="1138" creationId="{4CAC938E-5BCF-4338-C4AA-844174F5AA52}"/>
          </ac:spMkLst>
        </pc:spChg>
        <pc:spChg chg="add del mod">
          <ac:chgData name="문 정민" userId="725e898a-b1f4-4de2-af66-12035302a739" providerId="ADAL" clId="{B9E69074-8236-41B4-A294-EE5B29733434}" dt="2023-07-21T06:25:54.106" v="4632"/>
          <ac:spMkLst>
            <pc:docMk/>
            <pc:sldMk cId="1279690535" sldId="356"/>
            <ac:spMk id="1140" creationId="{06575F82-B1F1-2FFC-A325-0FC2CCF1529F}"/>
          </ac:spMkLst>
        </pc:spChg>
        <pc:spChg chg="add del mod">
          <ac:chgData name="문 정민" userId="725e898a-b1f4-4de2-af66-12035302a739" providerId="ADAL" clId="{B9E69074-8236-41B4-A294-EE5B29733434}" dt="2023-07-21T06:26:00.243" v="4635"/>
          <ac:spMkLst>
            <pc:docMk/>
            <pc:sldMk cId="1279690535" sldId="356"/>
            <ac:spMk id="1148" creationId="{D68C0A37-D425-F5B7-E9AF-95D09005246A}"/>
          </ac:spMkLst>
        </pc:spChg>
        <pc:spChg chg="add del mod">
          <ac:chgData name="문 정민" userId="725e898a-b1f4-4de2-af66-12035302a739" providerId="ADAL" clId="{B9E69074-8236-41B4-A294-EE5B29733434}" dt="2023-07-21T06:26:00.243" v="4635"/>
          <ac:spMkLst>
            <pc:docMk/>
            <pc:sldMk cId="1279690535" sldId="356"/>
            <ac:spMk id="1149" creationId="{72893738-956F-BE26-AC51-BAF5BDF7E217}"/>
          </ac:spMkLst>
        </pc:spChg>
        <pc:spChg chg="add del mod">
          <ac:chgData name="문 정민" userId="725e898a-b1f4-4de2-af66-12035302a739" providerId="ADAL" clId="{B9E69074-8236-41B4-A294-EE5B29733434}" dt="2023-07-21T06:26:00.243" v="4635"/>
          <ac:spMkLst>
            <pc:docMk/>
            <pc:sldMk cId="1279690535" sldId="356"/>
            <ac:spMk id="1150" creationId="{CEFACA18-6FD4-BDC0-22B7-588386C9C254}"/>
          </ac:spMkLst>
        </pc:spChg>
        <pc:spChg chg="add del mod">
          <ac:chgData name="문 정민" userId="725e898a-b1f4-4de2-af66-12035302a739" providerId="ADAL" clId="{B9E69074-8236-41B4-A294-EE5B29733434}" dt="2023-07-21T06:26:00.243" v="4635"/>
          <ac:spMkLst>
            <pc:docMk/>
            <pc:sldMk cId="1279690535" sldId="356"/>
            <ac:spMk id="1152" creationId="{B98F9A54-BA64-C60D-74C1-E224B516B770}"/>
          </ac:spMkLst>
        </pc:spChg>
        <pc:spChg chg="add del mod">
          <ac:chgData name="문 정민" userId="725e898a-b1f4-4de2-af66-12035302a739" providerId="ADAL" clId="{B9E69074-8236-41B4-A294-EE5B29733434}" dt="2023-07-21T06:26:00.243" v="4635"/>
          <ac:spMkLst>
            <pc:docMk/>
            <pc:sldMk cId="1279690535" sldId="356"/>
            <ac:spMk id="1159" creationId="{FDC671AB-963E-67B9-DDED-644FEB1DD025}"/>
          </ac:spMkLst>
        </pc:spChg>
        <pc:spChg chg="add del mod">
          <ac:chgData name="문 정민" userId="725e898a-b1f4-4de2-af66-12035302a739" providerId="ADAL" clId="{B9E69074-8236-41B4-A294-EE5B29733434}" dt="2023-07-21T06:26:07.065" v="4638"/>
          <ac:spMkLst>
            <pc:docMk/>
            <pc:sldMk cId="1279690535" sldId="356"/>
            <ac:spMk id="1162" creationId="{2BD3951F-10E7-AC7F-459D-45B93D7BB59C}"/>
          </ac:spMkLst>
        </pc:spChg>
        <pc:spChg chg="add del mod">
          <ac:chgData name="문 정민" userId="725e898a-b1f4-4de2-af66-12035302a739" providerId="ADAL" clId="{B9E69074-8236-41B4-A294-EE5B29733434}" dt="2023-07-21T06:26:07.065" v="4638"/>
          <ac:spMkLst>
            <pc:docMk/>
            <pc:sldMk cId="1279690535" sldId="356"/>
            <ac:spMk id="1163" creationId="{15312D0B-69FA-8464-AE45-3AAF52D9502F}"/>
          </ac:spMkLst>
        </pc:spChg>
        <pc:spChg chg="add del mod">
          <ac:chgData name="문 정민" userId="725e898a-b1f4-4de2-af66-12035302a739" providerId="ADAL" clId="{B9E69074-8236-41B4-A294-EE5B29733434}" dt="2023-07-21T06:26:07.065" v="4638"/>
          <ac:spMkLst>
            <pc:docMk/>
            <pc:sldMk cId="1279690535" sldId="356"/>
            <ac:spMk id="1164" creationId="{E688231D-A247-D994-AFD8-A7EA63585B76}"/>
          </ac:spMkLst>
        </pc:spChg>
        <pc:spChg chg="add del mod">
          <ac:chgData name="문 정민" userId="725e898a-b1f4-4de2-af66-12035302a739" providerId="ADAL" clId="{B9E69074-8236-41B4-A294-EE5B29733434}" dt="2023-07-21T06:26:07.065" v="4638"/>
          <ac:spMkLst>
            <pc:docMk/>
            <pc:sldMk cId="1279690535" sldId="356"/>
            <ac:spMk id="1166" creationId="{53C97C0D-FB74-FC46-B271-DF15C3F12CB1}"/>
          </ac:spMkLst>
        </pc:spChg>
        <pc:spChg chg="add mod">
          <ac:chgData name="문 정민" userId="725e898a-b1f4-4de2-af66-12035302a739" providerId="ADAL" clId="{B9E69074-8236-41B4-A294-EE5B29733434}" dt="2023-07-21T06:35:09.346" v="5180" actId="1036"/>
          <ac:spMkLst>
            <pc:docMk/>
            <pc:sldMk cId="1279690535" sldId="356"/>
            <ac:spMk id="1174" creationId="{39BC87D7-2D55-CFA6-FA36-0469F3B8D675}"/>
          </ac:spMkLst>
        </pc:spChg>
        <pc:spChg chg="add del mod">
          <ac:chgData name="문 정민" userId="725e898a-b1f4-4de2-af66-12035302a739" providerId="ADAL" clId="{B9E69074-8236-41B4-A294-EE5B29733434}" dt="2023-07-21T06:31:04.817" v="4914" actId="478"/>
          <ac:spMkLst>
            <pc:docMk/>
            <pc:sldMk cId="1279690535" sldId="356"/>
            <ac:spMk id="1177" creationId="{E073A013-036D-08A3-4E83-635F9CEA838A}"/>
          </ac:spMkLst>
        </pc:spChg>
        <pc:spChg chg="add del mod">
          <ac:chgData name="문 정민" userId="725e898a-b1f4-4de2-af66-12035302a739" providerId="ADAL" clId="{B9E69074-8236-41B4-A294-EE5B29733434}" dt="2023-07-21T06:32:50.697" v="4965" actId="478"/>
          <ac:spMkLst>
            <pc:docMk/>
            <pc:sldMk cId="1279690535" sldId="356"/>
            <ac:spMk id="1178" creationId="{C7D4C5E5-19C7-1AED-4874-2BAC2A7F5E57}"/>
          </ac:spMkLst>
        </pc:spChg>
        <pc:spChg chg="add mod">
          <ac:chgData name="문 정민" userId="725e898a-b1f4-4de2-af66-12035302a739" providerId="ADAL" clId="{B9E69074-8236-41B4-A294-EE5B29733434}" dt="2023-07-21T06:35:09.346" v="5180" actId="1036"/>
          <ac:spMkLst>
            <pc:docMk/>
            <pc:sldMk cId="1279690535" sldId="356"/>
            <ac:spMk id="1179" creationId="{75635D0F-AB92-D734-B1C3-ACF8BAD2787F}"/>
          </ac:spMkLst>
        </pc:spChg>
        <pc:spChg chg="add del mod">
          <ac:chgData name="문 정민" userId="725e898a-b1f4-4de2-af66-12035302a739" providerId="ADAL" clId="{B9E69074-8236-41B4-A294-EE5B29733434}" dt="2023-07-21T06:31:04.384" v="4913" actId="478"/>
          <ac:spMkLst>
            <pc:docMk/>
            <pc:sldMk cId="1279690535" sldId="356"/>
            <ac:spMk id="1180" creationId="{DEE15649-A852-4101-5E48-B986F76647DC}"/>
          </ac:spMkLst>
        </pc:spChg>
        <pc:spChg chg="add del mod">
          <ac:chgData name="문 정민" userId="725e898a-b1f4-4de2-af66-12035302a739" providerId="ADAL" clId="{B9E69074-8236-41B4-A294-EE5B29733434}" dt="2023-07-21T06:31:03.848" v="4912" actId="478"/>
          <ac:spMkLst>
            <pc:docMk/>
            <pc:sldMk cId="1279690535" sldId="356"/>
            <ac:spMk id="1181" creationId="{452BAC4A-E241-2E94-BDA7-7BA413AB551F}"/>
          </ac:spMkLst>
        </pc:spChg>
        <pc:spChg chg="add del mod">
          <ac:chgData name="문 정민" userId="725e898a-b1f4-4de2-af66-12035302a739" providerId="ADAL" clId="{B9E69074-8236-41B4-A294-EE5B29733434}" dt="2023-07-21T06:31:03.032" v="4911" actId="478"/>
          <ac:spMkLst>
            <pc:docMk/>
            <pc:sldMk cId="1279690535" sldId="356"/>
            <ac:spMk id="1182" creationId="{956AC3DC-9880-DA42-4768-31C25A9FE008}"/>
          </ac:spMkLst>
        </pc:spChg>
        <pc:spChg chg="add del mod">
          <ac:chgData name="문 정민" userId="725e898a-b1f4-4de2-af66-12035302a739" providerId="ADAL" clId="{B9E69074-8236-41B4-A294-EE5B29733434}" dt="2023-07-21T06:31:06.065" v="4915" actId="478"/>
          <ac:spMkLst>
            <pc:docMk/>
            <pc:sldMk cId="1279690535" sldId="356"/>
            <ac:spMk id="1183" creationId="{A662B8DA-E16A-1215-DF83-C9CA902CE72B}"/>
          </ac:spMkLst>
        </pc:spChg>
        <pc:spChg chg="add mod">
          <ac:chgData name="문 정민" userId="725e898a-b1f4-4de2-af66-12035302a739" providerId="ADAL" clId="{B9E69074-8236-41B4-A294-EE5B29733434}" dt="2023-07-21T06:35:09.346" v="5180" actId="1036"/>
          <ac:spMkLst>
            <pc:docMk/>
            <pc:sldMk cId="1279690535" sldId="356"/>
            <ac:spMk id="1202" creationId="{D75AA4D9-C5BB-2090-36C4-E4C5F3880038}"/>
          </ac:spMkLst>
        </pc:spChg>
        <pc:spChg chg="add mod">
          <ac:chgData name="문 정민" userId="725e898a-b1f4-4de2-af66-12035302a739" providerId="ADAL" clId="{B9E69074-8236-41B4-A294-EE5B29733434}" dt="2023-07-21T06:35:09.346" v="5180" actId="1036"/>
          <ac:spMkLst>
            <pc:docMk/>
            <pc:sldMk cId="1279690535" sldId="356"/>
            <ac:spMk id="1203" creationId="{0D863FF0-A28D-400A-CD44-8704BA28E526}"/>
          </ac:spMkLst>
        </pc:spChg>
        <pc:spChg chg="add mod">
          <ac:chgData name="문 정민" userId="725e898a-b1f4-4de2-af66-12035302a739" providerId="ADAL" clId="{B9E69074-8236-41B4-A294-EE5B29733434}" dt="2023-07-21T06:36:37.424" v="5218" actId="14100"/>
          <ac:spMkLst>
            <pc:docMk/>
            <pc:sldMk cId="1279690535" sldId="356"/>
            <ac:spMk id="1205" creationId="{DD0C376B-8507-38D7-95E7-7E27A2643677}"/>
          </ac:spMkLst>
        </pc:spChg>
        <pc:spChg chg="add mod">
          <ac:chgData name="문 정민" userId="725e898a-b1f4-4de2-af66-12035302a739" providerId="ADAL" clId="{B9E69074-8236-41B4-A294-EE5B29733434}" dt="2023-07-21T06:34:43.274" v="5165" actId="2085"/>
          <ac:spMkLst>
            <pc:docMk/>
            <pc:sldMk cId="1279690535" sldId="356"/>
            <ac:spMk id="1206" creationId="{4546A3DD-79CC-4504-72D9-91A2F87D63AF}"/>
          </ac:spMkLst>
        </pc:spChg>
        <pc:spChg chg="add mod">
          <ac:chgData name="문 정민" userId="725e898a-b1f4-4de2-af66-12035302a739" providerId="ADAL" clId="{B9E69074-8236-41B4-A294-EE5B29733434}" dt="2023-07-21T06:36:01.192" v="5187" actId="14100"/>
          <ac:spMkLst>
            <pc:docMk/>
            <pc:sldMk cId="1279690535" sldId="356"/>
            <ac:spMk id="1214" creationId="{CDC14009-188E-382F-2CFF-952DE8A61600}"/>
          </ac:spMkLst>
        </pc:spChg>
        <pc:spChg chg="add mod">
          <ac:chgData name="문 정민" userId="725e898a-b1f4-4de2-af66-12035302a739" providerId="ADAL" clId="{B9E69074-8236-41B4-A294-EE5B29733434}" dt="2023-07-21T06:36:19.895" v="5215" actId="207"/>
          <ac:spMkLst>
            <pc:docMk/>
            <pc:sldMk cId="1279690535" sldId="356"/>
            <ac:spMk id="1215" creationId="{6FC173CE-6F11-34E3-4C83-80B0C1380119}"/>
          </ac:spMkLst>
        </pc:spChg>
        <pc:spChg chg="add mod">
          <ac:chgData name="문 정민" userId="725e898a-b1f4-4de2-af66-12035302a739" providerId="ADAL" clId="{B9E69074-8236-41B4-A294-EE5B29733434}" dt="2023-07-21T06:36:44.094" v="5220" actId="1076"/>
          <ac:spMkLst>
            <pc:docMk/>
            <pc:sldMk cId="1279690535" sldId="356"/>
            <ac:spMk id="1218" creationId="{B0F8D89C-A8EA-A089-212D-695C2100D445}"/>
          </ac:spMkLst>
        </pc:spChg>
        <pc:spChg chg="add mod">
          <ac:chgData name="문 정민" userId="725e898a-b1f4-4de2-af66-12035302a739" providerId="ADAL" clId="{B9E69074-8236-41B4-A294-EE5B29733434}" dt="2023-07-21T06:37:12.574" v="5253"/>
          <ac:spMkLst>
            <pc:docMk/>
            <pc:sldMk cId="1279690535" sldId="356"/>
            <ac:spMk id="1220" creationId="{B45BE032-42CE-2974-244A-B0B49D055BAA}"/>
          </ac:spMkLst>
        </pc:spChg>
        <pc:spChg chg="add mod">
          <ac:chgData name="문 정민" userId="725e898a-b1f4-4de2-af66-12035302a739" providerId="ADAL" clId="{B9E69074-8236-41B4-A294-EE5B29733434}" dt="2023-07-21T06:37:31.589" v="5297" actId="1076"/>
          <ac:spMkLst>
            <pc:docMk/>
            <pc:sldMk cId="1279690535" sldId="356"/>
            <ac:spMk id="1221" creationId="{485FB53C-ABE4-CE8D-6B88-A324F87CCD47}"/>
          </ac:spMkLst>
        </pc:spChg>
        <pc:grpChg chg="add del mod">
          <ac:chgData name="문 정민" userId="725e898a-b1f4-4de2-af66-12035302a739" providerId="ADAL" clId="{B9E69074-8236-41B4-A294-EE5B29733434}" dt="2023-07-21T02:54:08.685" v="2508"/>
          <ac:grpSpMkLst>
            <pc:docMk/>
            <pc:sldMk cId="1279690535" sldId="356"/>
            <ac:grpSpMk id="14" creationId="{157E9077-676D-6313-7406-1A338476FDE5}"/>
          </ac:grpSpMkLst>
        </pc:grpChg>
        <pc:grpChg chg="add del mod">
          <ac:chgData name="문 정민" userId="725e898a-b1f4-4de2-af66-12035302a739" providerId="ADAL" clId="{B9E69074-8236-41B4-A294-EE5B29733434}" dt="2023-07-21T02:54:08.685" v="2508"/>
          <ac:grpSpMkLst>
            <pc:docMk/>
            <pc:sldMk cId="1279690535" sldId="356"/>
            <ac:grpSpMk id="24" creationId="{C3F0A900-8DAA-ABA3-AC0E-FBD28B478C31}"/>
          </ac:grpSpMkLst>
        </pc:grpChg>
        <pc:grpChg chg="add del mod">
          <ac:chgData name="문 정민" userId="725e898a-b1f4-4de2-af66-12035302a739" providerId="ADAL" clId="{B9E69074-8236-41B4-A294-EE5B29733434}" dt="2023-07-21T02:55:03.120" v="2524"/>
          <ac:grpSpMkLst>
            <pc:docMk/>
            <pc:sldMk cId="1279690535" sldId="356"/>
            <ac:grpSpMk id="36" creationId="{6717163A-1F42-10FE-2E42-D2B1374CBF7E}"/>
          </ac:grpSpMkLst>
        </pc:grpChg>
        <pc:grpChg chg="add del mod">
          <ac:chgData name="문 정민" userId="725e898a-b1f4-4de2-af66-12035302a739" providerId="ADAL" clId="{B9E69074-8236-41B4-A294-EE5B29733434}" dt="2023-07-21T02:55:03.120" v="2524"/>
          <ac:grpSpMkLst>
            <pc:docMk/>
            <pc:sldMk cId="1279690535" sldId="356"/>
            <ac:grpSpMk id="42" creationId="{0891B9D2-61C2-58E5-C3E0-A064113BA056}"/>
          </ac:grpSpMkLst>
        </pc:grpChg>
        <pc:grpChg chg="add mod">
          <ac:chgData name="문 정민" userId="725e898a-b1f4-4de2-af66-12035302a739" providerId="ADAL" clId="{B9E69074-8236-41B4-A294-EE5B29733434}" dt="2023-07-21T02:55:01.947" v="2521" actId="164"/>
          <ac:grpSpMkLst>
            <pc:docMk/>
            <pc:sldMk cId="1279690535" sldId="356"/>
            <ac:grpSpMk id="48" creationId="{2E3D19C6-F061-DB3A-9314-E18EC103AA2F}"/>
          </ac:grpSpMkLst>
        </pc:grpChg>
        <pc:grpChg chg="add del mod">
          <ac:chgData name="문 정민" userId="725e898a-b1f4-4de2-af66-12035302a739" providerId="ADAL" clId="{B9E69074-8236-41B4-A294-EE5B29733434}" dt="2023-07-21T03:56:05.886" v="2564" actId="478"/>
          <ac:grpSpMkLst>
            <pc:docMk/>
            <pc:sldMk cId="1279690535" sldId="356"/>
            <ac:grpSpMk id="50" creationId="{3B312E8C-6AA8-FF16-9D50-EAABB2EB403B}"/>
          </ac:grpSpMkLst>
        </pc:grpChg>
        <pc:grpChg chg="add del mod">
          <ac:chgData name="문 정민" userId="725e898a-b1f4-4de2-af66-12035302a739" providerId="ADAL" clId="{B9E69074-8236-41B4-A294-EE5B29733434}" dt="2023-07-21T06:04:27.365" v="4142" actId="478"/>
          <ac:grpSpMkLst>
            <pc:docMk/>
            <pc:sldMk cId="1279690535" sldId="356"/>
            <ac:grpSpMk id="56" creationId="{A28EB70D-FFFD-9E22-474F-80930BEEB7C1}"/>
          </ac:grpSpMkLst>
        </pc:grpChg>
        <pc:grpChg chg="add del mod">
          <ac:chgData name="문 정민" userId="725e898a-b1f4-4de2-af66-12035302a739" providerId="ADAL" clId="{B9E69074-8236-41B4-A294-EE5B29733434}" dt="2023-07-21T05:48:19.595" v="3848" actId="165"/>
          <ac:grpSpMkLst>
            <pc:docMk/>
            <pc:sldMk cId="1279690535" sldId="356"/>
            <ac:grpSpMk id="1028" creationId="{E3330B5E-270D-32B6-A22F-FC1A367D9B10}"/>
          </ac:grpSpMkLst>
        </pc:grpChg>
        <pc:grpChg chg="add del mod">
          <ac:chgData name="문 정민" userId="725e898a-b1f4-4de2-af66-12035302a739" providerId="ADAL" clId="{B9E69074-8236-41B4-A294-EE5B29733434}" dt="2023-07-21T06:05:17.831" v="4146"/>
          <ac:grpSpMkLst>
            <pc:docMk/>
            <pc:sldMk cId="1279690535" sldId="356"/>
            <ac:grpSpMk id="1041" creationId="{B90DACFB-C904-E3C8-5682-973EB50BC274}"/>
          </ac:grpSpMkLst>
        </pc:grpChg>
        <pc:grpChg chg="add del mod">
          <ac:chgData name="문 정민" userId="725e898a-b1f4-4de2-af66-12035302a739" providerId="ADAL" clId="{B9E69074-8236-41B4-A294-EE5B29733434}" dt="2023-07-21T06:05:17.831" v="4146"/>
          <ac:grpSpMkLst>
            <pc:docMk/>
            <pc:sldMk cId="1279690535" sldId="356"/>
            <ac:grpSpMk id="1046" creationId="{39D6BF26-A2D7-80A9-1B27-D79D9474E63B}"/>
          </ac:grpSpMkLst>
        </pc:grpChg>
        <pc:grpChg chg="add del mod">
          <ac:chgData name="문 정민" userId="725e898a-b1f4-4de2-af66-12035302a739" providerId="ADAL" clId="{B9E69074-8236-41B4-A294-EE5B29733434}" dt="2023-07-21T06:05:17.831" v="4146"/>
          <ac:grpSpMkLst>
            <pc:docMk/>
            <pc:sldMk cId="1279690535" sldId="356"/>
            <ac:grpSpMk id="1050" creationId="{3AF6A104-DBF1-6CD6-843B-C24B2A354BFB}"/>
          </ac:grpSpMkLst>
        </pc:grpChg>
        <pc:grpChg chg="add del mod">
          <ac:chgData name="문 정민" userId="725e898a-b1f4-4de2-af66-12035302a739" providerId="ADAL" clId="{B9E69074-8236-41B4-A294-EE5B29733434}" dt="2023-07-21T06:05:17.831" v="4146"/>
          <ac:grpSpMkLst>
            <pc:docMk/>
            <pc:sldMk cId="1279690535" sldId="356"/>
            <ac:grpSpMk id="1054" creationId="{3767CAC8-4DA0-BEF7-C4C3-D2F0C4F0E733}"/>
          </ac:grpSpMkLst>
        </pc:grpChg>
        <pc:grpChg chg="add del mod">
          <ac:chgData name="문 정민" userId="725e898a-b1f4-4de2-af66-12035302a739" providerId="ADAL" clId="{B9E69074-8236-41B4-A294-EE5B29733434}" dt="2023-07-21T06:05:17.831" v="4146"/>
          <ac:grpSpMkLst>
            <pc:docMk/>
            <pc:sldMk cId="1279690535" sldId="356"/>
            <ac:grpSpMk id="1058" creationId="{4907A717-065D-EBDC-481A-7590647DCC10}"/>
          </ac:grpSpMkLst>
        </pc:grpChg>
        <pc:grpChg chg="add del mod">
          <ac:chgData name="문 정민" userId="725e898a-b1f4-4de2-af66-12035302a739" providerId="ADAL" clId="{B9E69074-8236-41B4-A294-EE5B29733434}" dt="2023-07-21T06:05:46.801" v="4151"/>
          <ac:grpSpMkLst>
            <pc:docMk/>
            <pc:sldMk cId="1279690535" sldId="356"/>
            <ac:grpSpMk id="1066" creationId="{A92EB515-2C99-3674-2F9E-669397AD125B}"/>
          </ac:grpSpMkLst>
        </pc:grpChg>
        <pc:grpChg chg="add del mod">
          <ac:chgData name="문 정민" userId="725e898a-b1f4-4de2-af66-12035302a739" providerId="ADAL" clId="{B9E69074-8236-41B4-A294-EE5B29733434}" dt="2023-07-21T06:25:40.484" v="4626"/>
          <ac:grpSpMkLst>
            <pc:docMk/>
            <pc:sldMk cId="1279690535" sldId="356"/>
            <ac:grpSpMk id="1091" creationId="{4D232FC3-5369-4EDB-2D16-0B97CC388338}"/>
          </ac:grpSpMkLst>
        </pc:grpChg>
        <pc:grpChg chg="add del mod">
          <ac:chgData name="문 정민" userId="725e898a-b1f4-4de2-af66-12035302a739" providerId="ADAL" clId="{B9E69074-8236-41B4-A294-EE5B29733434}" dt="2023-07-21T06:25:40.484" v="4626"/>
          <ac:grpSpMkLst>
            <pc:docMk/>
            <pc:sldMk cId="1279690535" sldId="356"/>
            <ac:grpSpMk id="1095" creationId="{57D13049-CC96-3667-F632-240E54E83D69}"/>
          </ac:grpSpMkLst>
        </pc:grpChg>
        <pc:grpChg chg="add del mod">
          <ac:chgData name="문 정민" userId="725e898a-b1f4-4de2-af66-12035302a739" providerId="ADAL" clId="{B9E69074-8236-41B4-A294-EE5B29733434}" dt="2023-07-21T06:25:40.484" v="4626"/>
          <ac:grpSpMkLst>
            <pc:docMk/>
            <pc:sldMk cId="1279690535" sldId="356"/>
            <ac:grpSpMk id="1099" creationId="{92D3C3C1-E6E0-53CB-0589-4E3093BF324B}"/>
          </ac:grpSpMkLst>
        </pc:grpChg>
        <pc:grpChg chg="add del mod">
          <ac:chgData name="문 정민" userId="725e898a-b1f4-4de2-af66-12035302a739" providerId="ADAL" clId="{B9E69074-8236-41B4-A294-EE5B29733434}" dt="2023-07-21T06:25:40.484" v="4626"/>
          <ac:grpSpMkLst>
            <pc:docMk/>
            <pc:sldMk cId="1279690535" sldId="356"/>
            <ac:grpSpMk id="1103" creationId="{724EC910-2695-4DAB-F38F-C1A71F244563}"/>
          </ac:grpSpMkLst>
        </pc:grpChg>
        <pc:grpChg chg="add del mod">
          <ac:chgData name="문 정민" userId="725e898a-b1f4-4de2-af66-12035302a739" providerId="ADAL" clId="{B9E69074-8236-41B4-A294-EE5B29733434}" dt="2023-07-21T06:25:40.484" v="4626"/>
          <ac:grpSpMkLst>
            <pc:docMk/>
            <pc:sldMk cId="1279690535" sldId="356"/>
            <ac:grpSpMk id="1107" creationId="{385EB03E-8CA1-9684-BD09-2E1E717F4278}"/>
          </ac:grpSpMkLst>
        </pc:grpChg>
        <pc:grpChg chg="add del mod">
          <ac:chgData name="문 정민" userId="725e898a-b1f4-4de2-af66-12035302a739" providerId="ADAL" clId="{B9E69074-8236-41B4-A294-EE5B29733434}" dt="2023-07-21T06:25:47.426" v="4629"/>
          <ac:grpSpMkLst>
            <pc:docMk/>
            <pc:sldMk cId="1279690535" sldId="356"/>
            <ac:grpSpMk id="1120" creationId="{19C2A645-BC82-8CF7-2E64-F7D35630AB39}"/>
          </ac:grpSpMkLst>
        </pc:grpChg>
        <pc:grpChg chg="add del mod">
          <ac:chgData name="문 정민" userId="725e898a-b1f4-4de2-af66-12035302a739" providerId="ADAL" clId="{B9E69074-8236-41B4-A294-EE5B29733434}" dt="2023-07-21T06:25:54.106" v="4632"/>
          <ac:grpSpMkLst>
            <pc:docMk/>
            <pc:sldMk cId="1279690535" sldId="356"/>
            <ac:grpSpMk id="1134" creationId="{E0BB98DB-1190-829C-3ADD-0D08F334E39E}"/>
          </ac:grpSpMkLst>
        </pc:grpChg>
        <pc:graphicFrameChg chg="del">
          <ac:chgData name="문 정민" userId="725e898a-b1f4-4de2-af66-12035302a739" providerId="ADAL" clId="{B9E69074-8236-41B4-A294-EE5B29733434}" dt="2023-07-20T11:38:24.431" v="920" actId="478"/>
          <ac:graphicFrameMkLst>
            <pc:docMk/>
            <pc:sldMk cId="1279690535" sldId="356"/>
            <ac:graphicFrameMk id="13" creationId="{6C419F1E-CE69-03B5-B19D-E2B064759A20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2:54:08.685" v="2508"/>
          <ac:graphicFrameMkLst>
            <pc:docMk/>
            <pc:sldMk cId="1279690535" sldId="356"/>
            <ac:graphicFrameMk id="28" creationId="{489C59B2-0D58-97B6-115B-9589E44F31C8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2:54:08.685" v="2508"/>
          <ac:graphicFrameMkLst>
            <pc:docMk/>
            <pc:sldMk cId="1279690535" sldId="356"/>
            <ac:graphicFrameMk id="29" creationId="{B28D9E36-D262-7BAA-C460-42B0FA68B772}"/>
          </ac:graphicFrameMkLst>
        </pc:graphicFrameChg>
        <pc:graphicFrameChg chg="add del mod modGraphic">
          <ac:chgData name="문 정민" userId="725e898a-b1f4-4de2-af66-12035302a739" providerId="ADAL" clId="{B9E69074-8236-41B4-A294-EE5B29733434}" dt="2023-07-21T02:55:03.120" v="2524"/>
          <ac:graphicFrameMkLst>
            <pc:docMk/>
            <pc:sldMk cId="1279690535" sldId="356"/>
            <ac:graphicFrameMk id="46" creationId="{A33DB072-4BE3-B738-674C-ADEDF953538C}"/>
          </ac:graphicFrameMkLst>
        </pc:graphicFrameChg>
        <pc:graphicFrameChg chg="add del mod modGraphic">
          <ac:chgData name="문 정민" userId="725e898a-b1f4-4de2-af66-12035302a739" providerId="ADAL" clId="{B9E69074-8236-41B4-A294-EE5B29733434}" dt="2023-07-21T02:55:03.120" v="2524"/>
          <ac:graphicFrameMkLst>
            <pc:docMk/>
            <pc:sldMk cId="1279690535" sldId="356"/>
            <ac:graphicFrameMk id="47" creationId="{569EDAB9-229F-8F2F-ECDD-C727D30644CF}"/>
          </ac:graphicFrameMkLst>
        </pc:graphicFrameChg>
        <pc:graphicFrameChg chg="add del mod modGraphic">
          <ac:chgData name="문 정민" userId="725e898a-b1f4-4de2-af66-12035302a739" providerId="ADAL" clId="{B9E69074-8236-41B4-A294-EE5B29733434}" dt="2023-07-21T06:04:27.365" v="4142" actId="478"/>
          <ac:graphicFrameMkLst>
            <pc:docMk/>
            <pc:sldMk cId="1279690535" sldId="356"/>
            <ac:graphicFrameMk id="1024" creationId="{717B5688-BA83-AB0E-63B2-79A5F590525B}"/>
          </ac:graphicFrameMkLst>
        </pc:graphicFrameChg>
        <pc:graphicFrameChg chg="add del mod modGraphic">
          <ac:chgData name="문 정민" userId="725e898a-b1f4-4de2-af66-12035302a739" providerId="ADAL" clId="{B9E69074-8236-41B4-A294-EE5B29733434}" dt="2023-07-21T06:04:27.365" v="4142" actId="478"/>
          <ac:graphicFrameMkLst>
            <pc:docMk/>
            <pc:sldMk cId="1279690535" sldId="356"/>
            <ac:graphicFrameMk id="1025" creationId="{33EC0289-23C1-BD43-D545-A14312761F6B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6:05:46.801" v="4151"/>
          <ac:graphicFrameMkLst>
            <pc:docMk/>
            <pc:sldMk cId="1279690535" sldId="356"/>
            <ac:graphicFrameMk id="1071" creationId="{34755898-B9E4-B04C-6D88-E45B5DD9B722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6:05:46.801" v="4151"/>
          <ac:graphicFrameMkLst>
            <pc:docMk/>
            <pc:sldMk cId="1279690535" sldId="356"/>
            <ac:graphicFrameMk id="1073" creationId="{90576624-4AEB-85AC-3AD8-3CB1A1331307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6:25:54.106" v="4632"/>
          <ac:graphicFrameMkLst>
            <pc:docMk/>
            <pc:sldMk cId="1279690535" sldId="356"/>
            <ac:graphicFrameMk id="1139" creationId="{25C7BD27-F22D-8CF6-F5A5-968BD5509F98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6:25:54.106" v="4632"/>
          <ac:graphicFrameMkLst>
            <pc:docMk/>
            <pc:sldMk cId="1279690535" sldId="356"/>
            <ac:graphicFrameMk id="1141" creationId="{2F689F63-215E-DA3D-0105-9BE9EEA0035A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6:26:00.243" v="4635"/>
          <ac:graphicFrameMkLst>
            <pc:docMk/>
            <pc:sldMk cId="1279690535" sldId="356"/>
            <ac:graphicFrameMk id="1151" creationId="{A8F80056-67CA-D28B-5F0D-8BB2D7F4BD74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6:26:00.243" v="4635"/>
          <ac:graphicFrameMkLst>
            <pc:docMk/>
            <pc:sldMk cId="1279690535" sldId="356"/>
            <ac:graphicFrameMk id="1153" creationId="{E99BF5B2-A8EF-28B6-71F9-051DB8C893BB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6:26:07.065" v="4638"/>
          <ac:graphicFrameMkLst>
            <pc:docMk/>
            <pc:sldMk cId="1279690535" sldId="356"/>
            <ac:graphicFrameMk id="1165" creationId="{82E113DA-731B-0FBA-10AE-8F6160C28BAD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6:26:07.065" v="4638"/>
          <ac:graphicFrameMkLst>
            <pc:docMk/>
            <pc:sldMk cId="1279690535" sldId="356"/>
            <ac:graphicFrameMk id="1172" creationId="{5B8DFEBD-8E02-E0FB-6EE8-768843DD7193}"/>
          </ac:graphicFrameMkLst>
        </pc:graphicFrameChg>
        <pc:picChg chg="del">
          <ac:chgData name="문 정민" userId="725e898a-b1f4-4de2-af66-12035302a739" providerId="ADAL" clId="{B9E69074-8236-41B4-A294-EE5B29733434}" dt="2023-07-20T11:38:24.431" v="920" actId="478"/>
          <ac:picMkLst>
            <pc:docMk/>
            <pc:sldMk cId="1279690535" sldId="356"/>
            <ac:picMk id="4" creationId="{60C5B934-95E1-B550-C0A3-9286569F657B}"/>
          </ac:picMkLst>
        </pc:picChg>
        <pc:picChg chg="del">
          <ac:chgData name="문 정민" userId="725e898a-b1f4-4de2-af66-12035302a739" providerId="ADAL" clId="{B9E69074-8236-41B4-A294-EE5B29733434}" dt="2023-07-20T11:38:24.431" v="920" actId="478"/>
          <ac:picMkLst>
            <pc:docMk/>
            <pc:sldMk cId="1279690535" sldId="356"/>
            <ac:picMk id="7" creationId="{1C7A4CBD-147D-4B20-E575-1E64E35E77D8}"/>
          </ac:picMkLst>
        </pc:picChg>
        <pc:picChg chg="mod">
          <ac:chgData name="문 정민" userId="725e898a-b1f4-4de2-af66-12035302a739" providerId="ADAL" clId="{B9E69074-8236-41B4-A294-EE5B29733434}" dt="2023-07-21T02:53:49.652" v="2503"/>
          <ac:picMkLst>
            <pc:docMk/>
            <pc:sldMk cId="1279690535" sldId="356"/>
            <ac:picMk id="16" creationId="{D7925520-3FFF-4212-8A62-6C67C522773D}"/>
          </ac:picMkLst>
        </pc:picChg>
        <pc:picChg chg="mod">
          <ac:chgData name="문 정민" userId="725e898a-b1f4-4de2-af66-12035302a739" providerId="ADAL" clId="{B9E69074-8236-41B4-A294-EE5B29733434}" dt="2023-07-21T02:53:49.652" v="2503"/>
          <ac:picMkLst>
            <pc:docMk/>
            <pc:sldMk cId="1279690535" sldId="356"/>
            <ac:picMk id="20" creationId="{B9C4ECE7-C34A-C306-8779-3A84199B4976}"/>
          </ac:picMkLst>
        </pc:picChg>
        <pc:picChg chg="mod">
          <ac:chgData name="문 정민" userId="725e898a-b1f4-4de2-af66-12035302a739" providerId="ADAL" clId="{B9E69074-8236-41B4-A294-EE5B29733434}" dt="2023-07-21T02:53:49.652" v="2503"/>
          <ac:picMkLst>
            <pc:docMk/>
            <pc:sldMk cId="1279690535" sldId="356"/>
            <ac:picMk id="21" creationId="{2E23C95C-2A24-D4AA-574C-80F789DAC83A}"/>
          </ac:picMkLst>
        </pc:picChg>
        <pc:picChg chg="mod">
          <ac:chgData name="문 정민" userId="725e898a-b1f4-4de2-af66-12035302a739" providerId="ADAL" clId="{B9E69074-8236-41B4-A294-EE5B29733434}" dt="2023-07-21T02:53:49.652" v="2503"/>
          <ac:picMkLst>
            <pc:docMk/>
            <pc:sldMk cId="1279690535" sldId="356"/>
            <ac:picMk id="22" creationId="{69E02622-1AC7-A794-268E-B640A1D75347}"/>
          </ac:picMkLst>
        </pc:picChg>
        <pc:picChg chg="mod">
          <ac:chgData name="문 정민" userId="725e898a-b1f4-4de2-af66-12035302a739" providerId="ADAL" clId="{B9E69074-8236-41B4-A294-EE5B29733434}" dt="2023-07-21T02:53:49.652" v="2503"/>
          <ac:picMkLst>
            <pc:docMk/>
            <pc:sldMk cId="1279690535" sldId="356"/>
            <ac:picMk id="26" creationId="{1F5198CB-BDB4-3349-E616-DB9AF2D6734A}"/>
          </ac:picMkLst>
        </pc:picChg>
        <pc:picChg chg="mod">
          <ac:chgData name="문 정민" userId="725e898a-b1f4-4de2-af66-12035302a739" providerId="ADAL" clId="{B9E69074-8236-41B4-A294-EE5B29733434}" dt="2023-07-21T02:53:49.652" v="2503"/>
          <ac:picMkLst>
            <pc:docMk/>
            <pc:sldMk cId="1279690535" sldId="356"/>
            <ac:picMk id="27" creationId="{8FE962EF-DE78-B199-EC7A-D751CF728140}"/>
          </ac:picMkLst>
        </pc:picChg>
        <pc:picChg chg="add del">
          <ac:chgData name="문 정민" userId="725e898a-b1f4-4de2-af66-12035302a739" providerId="ADAL" clId="{B9E69074-8236-41B4-A294-EE5B29733434}" dt="2023-07-21T02:54:11.380" v="2510"/>
          <ac:picMkLst>
            <pc:docMk/>
            <pc:sldMk cId="1279690535" sldId="356"/>
            <ac:picMk id="30" creationId="{2DFE572D-BAE1-A9BB-7797-EDDD3A034B06}"/>
          </ac:picMkLst>
        </pc:picChg>
        <pc:picChg chg="mod topLvl">
          <ac:chgData name="문 정민" userId="725e898a-b1f4-4de2-af66-12035302a739" providerId="ADAL" clId="{B9E69074-8236-41B4-A294-EE5B29733434}" dt="2023-07-21T02:55:02.323" v="2522" actId="165"/>
          <ac:picMkLst>
            <pc:docMk/>
            <pc:sldMk cId="1279690535" sldId="356"/>
            <ac:picMk id="37" creationId="{8AE1826D-0F59-0C0A-68CD-75C3644B7906}"/>
          </ac:picMkLst>
        </pc:picChg>
        <pc:picChg chg="mod topLvl">
          <ac:chgData name="문 정민" userId="725e898a-b1f4-4de2-af66-12035302a739" providerId="ADAL" clId="{B9E69074-8236-41B4-A294-EE5B29733434}" dt="2023-07-21T02:55:02.323" v="2522" actId="165"/>
          <ac:picMkLst>
            <pc:docMk/>
            <pc:sldMk cId="1279690535" sldId="356"/>
            <ac:picMk id="38" creationId="{FF664666-959A-BA2A-E2E3-A7B288ED8136}"/>
          </ac:picMkLst>
        </pc:picChg>
        <pc:picChg chg="mod topLvl">
          <ac:chgData name="문 정민" userId="725e898a-b1f4-4de2-af66-12035302a739" providerId="ADAL" clId="{B9E69074-8236-41B4-A294-EE5B29733434}" dt="2023-07-21T02:55:02.323" v="2522" actId="165"/>
          <ac:picMkLst>
            <pc:docMk/>
            <pc:sldMk cId="1279690535" sldId="356"/>
            <ac:picMk id="39" creationId="{F10AA121-9566-7C37-0BE4-A430F1E47AA6}"/>
          </ac:picMkLst>
        </pc:picChg>
        <pc:picChg chg="mod topLvl">
          <ac:chgData name="문 정민" userId="725e898a-b1f4-4de2-af66-12035302a739" providerId="ADAL" clId="{B9E69074-8236-41B4-A294-EE5B29733434}" dt="2023-07-21T02:55:02.323" v="2522" actId="165"/>
          <ac:picMkLst>
            <pc:docMk/>
            <pc:sldMk cId="1279690535" sldId="356"/>
            <ac:picMk id="40" creationId="{AC1CC084-3559-7948-88C5-36FD4247580C}"/>
          </ac:picMkLst>
        </pc:picChg>
        <pc:picChg chg="mod topLvl">
          <ac:chgData name="문 정민" userId="725e898a-b1f4-4de2-af66-12035302a739" providerId="ADAL" clId="{B9E69074-8236-41B4-A294-EE5B29733434}" dt="2023-07-21T02:55:02.323" v="2522" actId="165"/>
          <ac:picMkLst>
            <pc:docMk/>
            <pc:sldMk cId="1279690535" sldId="356"/>
            <ac:picMk id="44" creationId="{08256EE3-5F36-88F2-3388-0ECC91CC629D}"/>
          </ac:picMkLst>
        </pc:picChg>
        <pc:picChg chg="mod topLvl">
          <ac:chgData name="문 정민" userId="725e898a-b1f4-4de2-af66-12035302a739" providerId="ADAL" clId="{B9E69074-8236-41B4-A294-EE5B29733434}" dt="2023-07-21T02:55:02.323" v="2522" actId="165"/>
          <ac:picMkLst>
            <pc:docMk/>
            <pc:sldMk cId="1279690535" sldId="356"/>
            <ac:picMk id="45" creationId="{204C1D2E-8A1E-2921-FC96-5A75021ABD38}"/>
          </ac:picMkLst>
        </pc:picChg>
        <pc:picChg chg="mod">
          <ac:chgData name="문 정민" userId="725e898a-b1f4-4de2-af66-12035302a739" providerId="ADAL" clId="{B9E69074-8236-41B4-A294-EE5B29733434}" dt="2023-07-21T03:55:50.081" v="2563" actId="1076"/>
          <ac:picMkLst>
            <pc:docMk/>
            <pc:sldMk cId="1279690535" sldId="356"/>
            <ac:picMk id="51" creationId="{59D87346-9688-7A5D-167E-B60E8DF8D88A}"/>
          </ac:picMkLst>
        </pc:picChg>
        <pc:picChg chg="mod">
          <ac:chgData name="문 정민" userId="725e898a-b1f4-4de2-af66-12035302a739" providerId="ADAL" clId="{B9E69074-8236-41B4-A294-EE5B29733434}" dt="2023-07-21T03:55:50.081" v="2563" actId="1076"/>
          <ac:picMkLst>
            <pc:docMk/>
            <pc:sldMk cId="1279690535" sldId="356"/>
            <ac:picMk id="52" creationId="{E8647E46-C932-F047-5C5C-2C3FC6577110}"/>
          </ac:picMkLst>
        </pc:picChg>
        <pc:picChg chg="mod">
          <ac:chgData name="문 정민" userId="725e898a-b1f4-4de2-af66-12035302a739" providerId="ADAL" clId="{B9E69074-8236-41B4-A294-EE5B29733434}" dt="2023-07-21T03:55:50.081" v="2563" actId="1076"/>
          <ac:picMkLst>
            <pc:docMk/>
            <pc:sldMk cId="1279690535" sldId="356"/>
            <ac:picMk id="53" creationId="{231E40C3-7C2C-4DBF-3070-3645ED8D3A8A}"/>
          </ac:picMkLst>
        </pc:picChg>
        <pc:picChg chg="mod">
          <ac:chgData name="문 정민" userId="725e898a-b1f4-4de2-af66-12035302a739" providerId="ADAL" clId="{B9E69074-8236-41B4-A294-EE5B29733434}" dt="2023-07-21T03:55:50.081" v="2563" actId="1076"/>
          <ac:picMkLst>
            <pc:docMk/>
            <pc:sldMk cId="1279690535" sldId="356"/>
            <ac:picMk id="54" creationId="{96F28DE2-BE66-9959-2EAB-661BF9C1D65A}"/>
          </ac:picMkLst>
        </pc:picChg>
        <pc:picChg chg="add del mod">
          <ac:chgData name="문 정민" userId="725e898a-b1f4-4de2-af66-12035302a739" providerId="ADAL" clId="{B9E69074-8236-41B4-A294-EE5B29733434}" dt="2023-07-21T05:49:08.557" v="3855" actId="478"/>
          <ac:picMkLst>
            <pc:docMk/>
            <pc:sldMk cId="1279690535" sldId="356"/>
            <ac:picMk id="55" creationId="{D71FC76D-5E8A-2CEF-04AF-BE5EBF89B571}"/>
          </ac:picMkLst>
        </pc:picChg>
        <pc:picChg chg="mod">
          <ac:chgData name="문 정민" userId="725e898a-b1f4-4de2-af66-12035302a739" providerId="ADAL" clId="{B9E69074-8236-41B4-A294-EE5B29733434}" dt="2023-07-21T03:56:51.128" v="2567"/>
          <ac:picMkLst>
            <pc:docMk/>
            <pc:sldMk cId="1279690535" sldId="356"/>
            <ac:picMk id="58" creationId="{297A4C18-F3DC-7B1C-A451-3F8EFF5FFE18}"/>
          </ac:picMkLst>
        </pc:picChg>
        <pc:picChg chg="mod">
          <ac:chgData name="문 정민" userId="725e898a-b1f4-4de2-af66-12035302a739" providerId="ADAL" clId="{B9E69074-8236-41B4-A294-EE5B29733434}" dt="2023-07-21T03:56:51.128" v="2567"/>
          <ac:picMkLst>
            <pc:docMk/>
            <pc:sldMk cId="1279690535" sldId="356"/>
            <ac:picMk id="59" creationId="{654CFF65-8F0D-1433-C6E4-338F2ED7332E}"/>
          </ac:picMkLst>
        </pc:picChg>
        <pc:picChg chg="add del mod">
          <ac:chgData name="문 정민" userId="725e898a-b1f4-4de2-af66-12035302a739" providerId="ADAL" clId="{B9E69074-8236-41B4-A294-EE5B29733434}" dt="2023-07-21T06:04:31.711" v="4143" actId="21"/>
          <ac:picMkLst>
            <pc:docMk/>
            <pc:sldMk cId="1279690535" sldId="356"/>
            <ac:picMk id="1027" creationId="{939EDB2F-B38D-4652-7C7E-3DE8EF10E9D4}"/>
          </ac:picMkLst>
        </pc:picChg>
        <pc:picChg chg="del mod topLvl">
          <ac:chgData name="문 정민" userId="725e898a-b1f4-4de2-af66-12035302a739" providerId="ADAL" clId="{B9E69074-8236-41B4-A294-EE5B29733434}" dt="2023-07-21T06:04:27.365" v="4142" actId="478"/>
          <ac:picMkLst>
            <pc:docMk/>
            <pc:sldMk cId="1279690535" sldId="356"/>
            <ac:picMk id="1029" creationId="{6C5136DD-EE7F-E723-25B8-9D61F193D0D2}"/>
          </ac:picMkLst>
        </pc:picChg>
        <pc:picChg chg="del mod topLvl">
          <ac:chgData name="문 정민" userId="725e898a-b1f4-4de2-af66-12035302a739" providerId="ADAL" clId="{B9E69074-8236-41B4-A294-EE5B29733434}" dt="2023-07-21T06:04:27.365" v="4142" actId="478"/>
          <ac:picMkLst>
            <pc:docMk/>
            <pc:sldMk cId="1279690535" sldId="356"/>
            <ac:picMk id="1030" creationId="{4BA46DC2-F936-4438-91B6-3EA990ADAC63}"/>
          </ac:picMkLst>
        </pc:picChg>
        <pc:picChg chg="del mod topLvl">
          <ac:chgData name="문 정민" userId="725e898a-b1f4-4de2-af66-12035302a739" providerId="ADAL" clId="{B9E69074-8236-41B4-A294-EE5B29733434}" dt="2023-07-21T06:04:27.365" v="4142" actId="478"/>
          <ac:picMkLst>
            <pc:docMk/>
            <pc:sldMk cId="1279690535" sldId="356"/>
            <ac:picMk id="1031" creationId="{12789476-5B93-DDE1-9125-D775AE48FD36}"/>
          </ac:picMkLst>
        </pc:picChg>
        <pc:picChg chg="del mod topLvl">
          <ac:chgData name="문 정민" userId="725e898a-b1f4-4de2-af66-12035302a739" providerId="ADAL" clId="{B9E69074-8236-41B4-A294-EE5B29733434}" dt="2023-07-21T05:48:36.815" v="3851" actId="478"/>
          <ac:picMkLst>
            <pc:docMk/>
            <pc:sldMk cId="1279690535" sldId="356"/>
            <ac:picMk id="1032" creationId="{46C46711-68B2-01A1-A879-7DFD9575FF96}"/>
          </ac:picMkLst>
        </pc:picChg>
        <pc:picChg chg="add del mod">
          <ac:chgData name="문 정민" userId="725e898a-b1f4-4de2-af66-12035302a739" providerId="ADAL" clId="{B9E69074-8236-41B4-A294-EE5B29733434}" dt="2023-07-21T06:05:17.831" v="4146"/>
          <ac:picMkLst>
            <pc:docMk/>
            <pc:sldMk cId="1279690535" sldId="356"/>
            <ac:picMk id="1035" creationId="{6847E847-385A-8A7C-C84B-5B48331AE3BA}"/>
          </ac:picMkLst>
        </pc:picChg>
        <pc:picChg chg="add del mod">
          <ac:chgData name="문 정민" userId="725e898a-b1f4-4de2-af66-12035302a739" providerId="ADAL" clId="{B9E69074-8236-41B4-A294-EE5B29733434}" dt="2023-07-21T06:05:17.831" v="4146"/>
          <ac:picMkLst>
            <pc:docMk/>
            <pc:sldMk cId="1279690535" sldId="356"/>
            <ac:picMk id="1036" creationId="{93ADD13A-D020-E3AF-64B7-C045F0D17BAC}"/>
          </ac:picMkLst>
        </pc:picChg>
        <pc:picChg chg="add del mod">
          <ac:chgData name="문 정민" userId="725e898a-b1f4-4de2-af66-12035302a739" providerId="ADAL" clId="{B9E69074-8236-41B4-A294-EE5B29733434}" dt="2023-07-21T06:05:17.831" v="4146"/>
          <ac:picMkLst>
            <pc:docMk/>
            <pc:sldMk cId="1279690535" sldId="356"/>
            <ac:picMk id="1037" creationId="{537C9C35-F914-2A38-0656-92C47FB4DB44}"/>
          </ac:picMkLst>
        </pc:picChg>
        <pc:picChg chg="add del mod">
          <ac:chgData name="문 정민" userId="725e898a-b1f4-4de2-af66-12035302a739" providerId="ADAL" clId="{B9E69074-8236-41B4-A294-EE5B29733434}" dt="2023-07-21T06:05:17.831" v="4146"/>
          <ac:picMkLst>
            <pc:docMk/>
            <pc:sldMk cId="1279690535" sldId="356"/>
            <ac:picMk id="1038" creationId="{22A97598-AE51-F257-989D-6F1FC50DF856}"/>
          </ac:picMkLst>
        </pc:picChg>
        <pc:picChg chg="add del mod">
          <ac:chgData name="문 정민" userId="725e898a-b1f4-4de2-af66-12035302a739" providerId="ADAL" clId="{B9E69074-8236-41B4-A294-EE5B29733434}" dt="2023-07-21T06:05:17.831" v="4146"/>
          <ac:picMkLst>
            <pc:docMk/>
            <pc:sldMk cId="1279690535" sldId="356"/>
            <ac:picMk id="1040" creationId="{049C8A16-AD16-4978-6F56-C7A4530971EE}"/>
          </ac:picMkLst>
        </pc:picChg>
        <pc:picChg chg="add del mod">
          <ac:chgData name="문 정민" userId="725e898a-b1f4-4de2-af66-12035302a739" providerId="ADAL" clId="{B9E69074-8236-41B4-A294-EE5B29733434}" dt="2023-07-21T06:23:23.151" v="4572" actId="478"/>
          <ac:picMkLst>
            <pc:docMk/>
            <pc:sldMk cId="1279690535" sldId="356"/>
            <ac:picMk id="1063" creationId="{1E93A37E-581D-C5EF-9E5B-A72414B4B41B}"/>
          </ac:picMkLst>
        </pc:picChg>
        <pc:picChg chg="mod">
          <ac:chgData name="문 정민" userId="725e898a-b1f4-4de2-af66-12035302a739" providerId="ADAL" clId="{B9E69074-8236-41B4-A294-EE5B29733434}" dt="2023-07-21T06:05:45.369" v="4150"/>
          <ac:picMkLst>
            <pc:docMk/>
            <pc:sldMk cId="1279690535" sldId="356"/>
            <ac:picMk id="1068" creationId="{9E789192-819E-AD26-2467-D6AA7D552247}"/>
          </ac:picMkLst>
        </pc:picChg>
        <pc:picChg chg="mod">
          <ac:chgData name="문 정민" userId="725e898a-b1f4-4de2-af66-12035302a739" providerId="ADAL" clId="{B9E69074-8236-41B4-A294-EE5B29733434}" dt="2023-07-21T06:05:45.369" v="4150"/>
          <ac:picMkLst>
            <pc:docMk/>
            <pc:sldMk cId="1279690535" sldId="356"/>
            <ac:picMk id="1069" creationId="{474A73D0-7425-C53E-CE8F-C3B641834D3E}"/>
          </ac:picMkLst>
        </pc:picChg>
        <pc:picChg chg="add del mod">
          <ac:chgData name="문 정민" userId="725e898a-b1f4-4de2-af66-12035302a739" providerId="ADAL" clId="{B9E69074-8236-41B4-A294-EE5B29733434}" dt="2023-07-21T06:05:46.801" v="4151"/>
          <ac:picMkLst>
            <pc:docMk/>
            <pc:sldMk cId="1279690535" sldId="356"/>
            <ac:picMk id="1074" creationId="{553DE5C6-D2F3-DD5A-6E2C-0601D36A33AE}"/>
          </ac:picMkLst>
        </pc:picChg>
        <pc:picChg chg="add del mod">
          <ac:chgData name="문 정민" userId="725e898a-b1f4-4de2-af66-12035302a739" providerId="ADAL" clId="{B9E69074-8236-41B4-A294-EE5B29733434}" dt="2023-07-21T06:05:46.801" v="4151"/>
          <ac:picMkLst>
            <pc:docMk/>
            <pc:sldMk cId="1279690535" sldId="356"/>
            <ac:picMk id="1075" creationId="{33F0A1ED-9E42-D924-7680-6994BB08DE1B}"/>
          </ac:picMkLst>
        </pc:picChg>
        <pc:picChg chg="add del mod">
          <ac:chgData name="문 정민" userId="725e898a-b1f4-4de2-af66-12035302a739" providerId="ADAL" clId="{B9E69074-8236-41B4-A294-EE5B29733434}" dt="2023-07-21T06:05:46.801" v="4151"/>
          <ac:picMkLst>
            <pc:docMk/>
            <pc:sldMk cId="1279690535" sldId="356"/>
            <ac:picMk id="1076" creationId="{10749FC0-5177-2CD6-1051-742D2D7AFFB2}"/>
          </ac:picMkLst>
        </pc:picChg>
        <pc:picChg chg="add del mod">
          <ac:chgData name="문 정민" userId="725e898a-b1f4-4de2-af66-12035302a739" providerId="ADAL" clId="{B9E69074-8236-41B4-A294-EE5B29733434}" dt="2023-07-21T06:05:46.801" v="4151"/>
          <ac:picMkLst>
            <pc:docMk/>
            <pc:sldMk cId="1279690535" sldId="356"/>
            <ac:picMk id="1077" creationId="{1E58A022-BBC7-2F68-9F85-F266F6FB6B18}"/>
          </ac:picMkLst>
        </pc:picChg>
        <pc:picChg chg="add del mod">
          <ac:chgData name="문 정민" userId="725e898a-b1f4-4de2-af66-12035302a739" providerId="ADAL" clId="{B9E69074-8236-41B4-A294-EE5B29733434}" dt="2023-07-21T06:23:23.151" v="4572" actId="478"/>
          <ac:picMkLst>
            <pc:docMk/>
            <pc:sldMk cId="1279690535" sldId="356"/>
            <ac:picMk id="1078" creationId="{75DB7A0C-B60B-3CB9-3FFB-05F3321C44E7}"/>
          </ac:picMkLst>
        </pc:picChg>
        <pc:picChg chg="add del mod">
          <ac:chgData name="문 정민" userId="725e898a-b1f4-4de2-af66-12035302a739" providerId="ADAL" clId="{B9E69074-8236-41B4-A294-EE5B29733434}" dt="2023-07-21T06:25:29.524" v="4623"/>
          <ac:picMkLst>
            <pc:docMk/>
            <pc:sldMk cId="1279690535" sldId="356"/>
            <ac:picMk id="1080" creationId="{D6E872FB-3835-8F74-7EB2-6F076854FCB9}"/>
          </ac:picMkLst>
        </pc:picChg>
        <pc:picChg chg="add mod">
          <ac:chgData name="문 정민" userId="725e898a-b1f4-4de2-af66-12035302a739" providerId="ADAL" clId="{B9E69074-8236-41B4-A294-EE5B29733434}" dt="2023-07-21T06:31:47.722" v="4927" actId="1076"/>
          <ac:picMkLst>
            <pc:docMk/>
            <pc:sldMk cId="1279690535" sldId="356"/>
            <ac:picMk id="1082" creationId="{B625BC87-5B63-3CAB-2D7B-1803D0626081}"/>
          </ac:picMkLst>
        </pc:picChg>
        <pc:picChg chg="add del mod">
          <ac:chgData name="문 정민" userId="725e898a-b1f4-4de2-af66-12035302a739" providerId="ADAL" clId="{B9E69074-8236-41B4-A294-EE5B29733434}" dt="2023-07-21T06:25:40.484" v="4626"/>
          <ac:picMkLst>
            <pc:docMk/>
            <pc:sldMk cId="1279690535" sldId="356"/>
            <ac:picMk id="1085" creationId="{A98FD293-3822-BBFE-ADC2-CDEC80DE72A2}"/>
          </ac:picMkLst>
        </pc:picChg>
        <pc:picChg chg="add del mod">
          <ac:chgData name="문 정민" userId="725e898a-b1f4-4de2-af66-12035302a739" providerId="ADAL" clId="{B9E69074-8236-41B4-A294-EE5B29733434}" dt="2023-07-21T06:25:40.484" v="4626"/>
          <ac:picMkLst>
            <pc:docMk/>
            <pc:sldMk cId="1279690535" sldId="356"/>
            <ac:picMk id="1086" creationId="{8DC0C204-6240-F196-E979-C19FA51056F3}"/>
          </ac:picMkLst>
        </pc:picChg>
        <pc:picChg chg="add del mod">
          <ac:chgData name="문 정민" userId="725e898a-b1f4-4de2-af66-12035302a739" providerId="ADAL" clId="{B9E69074-8236-41B4-A294-EE5B29733434}" dt="2023-07-21T06:25:40.484" v="4626"/>
          <ac:picMkLst>
            <pc:docMk/>
            <pc:sldMk cId="1279690535" sldId="356"/>
            <ac:picMk id="1087" creationId="{4E130AA2-028E-E9EC-6DEE-71A1D17F4F91}"/>
          </ac:picMkLst>
        </pc:picChg>
        <pc:picChg chg="add del mod">
          <ac:chgData name="문 정민" userId="725e898a-b1f4-4de2-af66-12035302a739" providerId="ADAL" clId="{B9E69074-8236-41B4-A294-EE5B29733434}" dt="2023-07-21T06:25:40.484" v="4626"/>
          <ac:picMkLst>
            <pc:docMk/>
            <pc:sldMk cId="1279690535" sldId="356"/>
            <ac:picMk id="1088" creationId="{FD7DF184-24AF-1F1E-2D69-4E22104EB580}"/>
          </ac:picMkLst>
        </pc:picChg>
        <pc:picChg chg="add del mod">
          <ac:chgData name="문 정민" userId="725e898a-b1f4-4de2-af66-12035302a739" providerId="ADAL" clId="{B9E69074-8236-41B4-A294-EE5B29733434}" dt="2023-07-21T06:25:40.484" v="4626"/>
          <ac:picMkLst>
            <pc:docMk/>
            <pc:sldMk cId="1279690535" sldId="356"/>
            <ac:picMk id="1090" creationId="{4D446770-F7D4-D8EE-6D10-1BB4C1D945F5}"/>
          </ac:picMkLst>
        </pc:picChg>
        <pc:picChg chg="add mod">
          <ac:chgData name="문 정민" userId="725e898a-b1f4-4de2-af66-12035302a739" providerId="ADAL" clId="{B9E69074-8236-41B4-A294-EE5B29733434}" dt="2023-07-21T06:31:47.722" v="4927" actId="1076"/>
          <ac:picMkLst>
            <pc:docMk/>
            <pc:sldMk cId="1279690535" sldId="356"/>
            <ac:picMk id="1112" creationId="{05FC85B9-B939-9020-842E-48D236C16C80}"/>
          </ac:picMkLst>
        </pc:picChg>
        <pc:picChg chg="add del mod">
          <ac:chgData name="문 정민" userId="725e898a-b1f4-4de2-af66-12035302a739" providerId="ADAL" clId="{B9E69074-8236-41B4-A294-EE5B29733434}" dt="2023-07-21T06:25:47.426" v="4629"/>
          <ac:picMkLst>
            <pc:docMk/>
            <pc:sldMk cId="1279690535" sldId="356"/>
            <ac:picMk id="1115" creationId="{45AA621C-B40F-FE97-F1BF-86F7960F6F6C}"/>
          </ac:picMkLst>
        </pc:picChg>
        <pc:picChg chg="add del mod">
          <ac:chgData name="문 정민" userId="725e898a-b1f4-4de2-af66-12035302a739" providerId="ADAL" clId="{B9E69074-8236-41B4-A294-EE5B29733434}" dt="2023-07-21T06:25:47.426" v="4629"/>
          <ac:picMkLst>
            <pc:docMk/>
            <pc:sldMk cId="1279690535" sldId="356"/>
            <ac:picMk id="1116" creationId="{29D712B3-6F1A-ABB0-E864-08DF2AF790A2}"/>
          </ac:picMkLst>
        </pc:picChg>
        <pc:picChg chg="add del mod">
          <ac:chgData name="문 정민" userId="725e898a-b1f4-4de2-af66-12035302a739" providerId="ADAL" clId="{B9E69074-8236-41B4-A294-EE5B29733434}" dt="2023-07-21T06:25:47.426" v="4629"/>
          <ac:picMkLst>
            <pc:docMk/>
            <pc:sldMk cId="1279690535" sldId="356"/>
            <ac:picMk id="1117" creationId="{E469A1BC-49F6-BF79-D5D4-304470689921}"/>
          </ac:picMkLst>
        </pc:picChg>
        <pc:picChg chg="add del mod">
          <ac:chgData name="문 정민" userId="725e898a-b1f4-4de2-af66-12035302a739" providerId="ADAL" clId="{B9E69074-8236-41B4-A294-EE5B29733434}" dt="2023-07-21T06:25:47.426" v="4629"/>
          <ac:picMkLst>
            <pc:docMk/>
            <pc:sldMk cId="1279690535" sldId="356"/>
            <ac:picMk id="1118" creationId="{A04EA468-22C4-4806-9A4B-4242005ABEDD}"/>
          </ac:picMkLst>
        </pc:picChg>
        <pc:picChg chg="add del mod">
          <ac:chgData name="문 정민" userId="725e898a-b1f4-4de2-af66-12035302a739" providerId="ADAL" clId="{B9E69074-8236-41B4-A294-EE5B29733434}" dt="2023-07-21T06:25:47.426" v="4629"/>
          <ac:picMkLst>
            <pc:docMk/>
            <pc:sldMk cId="1279690535" sldId="356"/>
            <ac:picMk id="1125" creationId="{C8135B38-A469-241E-1DA8-331150F3FAC9}"/>
          </ac:picMkLst>
        </pc:picChg>
        <pc:picChg chg="add mod">
          <ac:chgData name="문 정민" userId="725e898a-b1f4-4de2-af66-12035302a739" providerId="ADAL" clId="{B9E69074-8236-41B4-A294-EE5B29733434}" dt="2023-07-21T06:31:47.722" v="4927" actId="1076"/>
          <ac:picMkLst>
            <pc:docMk/>
            <pc:sldMk cId="1279690535" sldId="356"/>
            <ac:picMk id="1131" creationId="{08E86EB1-2A2B-2E0A-1CF9-365B4E00425A}"/>
          </ac:picMkLst>
        </pc:picChg>
        <pc:picChg chg="mod">
          <ac:chgData name="문 정민" userId="725e898a-b1f4-4de2-af66-12035302a739" providerId="ADAL" clId="{B9E69074-8236-41B4-A294-EE5B29733434}" dt="2023-07-21T06:25:52.713" v="4631"/>
          <ac:picMkLst>
            <pc:docMk/>
            <pc:sldMk cId="1279690535" sldId="356"/>
            <ac:picMk id="1136" creationId="{3C5B71E9-5BC9-FD32-F055-D913DD653C88}"/>
          </ac:picMkLst>
        </pc:picChg>
        <pc:picChg chg="mod">
          <ac:chgData name="문 정민" userId="725e898a-b1f4-4de2-af66-12035302a739" providerId="ADAL" clId="{B9E69074-8236-41B4-A294-EE5B29733434}" dt="2023-07-21T06:25:52.713" v="4631"/>
          <ac:picMkLst>
            <pc:docMk/>
            <pc:sldMk cId="1279690535" sldId="356"/>
            <ac:picMk id="1137" creationId="{74124EE8-37D8-CBF6-2094-1C3267C090C5}"/>
          </ac:picMkLst>
        </pc:picChg>
        <pc:picChg chg="add del mod">
          <ac:chgData name="문 정민" userId="725e898a-b1f4-4de2-af66-12035302a739" providerId="ADAL" clId="{B9E69074-8236-41B4-A294-EE5B29733434}" dt="2023-07-21T06:25:54.106" v="4632"/>
          <ac:picMkLst>
            <pc:docMk/>
            <pc:sldMk cId="1279690535" sldId="356"/>
            <ac:picMk id="1142" creationId="{CBDF813F-DC1C-A090-1B10-16F0C6A27220}"/>
          </ac:picMkLst>
        </pc:picChg>
        <pc:picChg chg="add del mod">
          <ac:chgData name="문 정민" userId="725e898a-b1f4-4de2-af66-12035302a739" providerId="ADAL" clId="{B9E69074-8236-41B4-A294-EE5B29733434}" dt="2023-07-21T06:25:54.106" v="4632"/>
          <ac:picMkLst>
            <pc:docMk/>
            <pc:sldMk cId="1279690535" sldId="356"/>
            <ac:picMk id="1143" creationId="{DC0BF280-9A51-B3A2-57F6-E1E1E6BD3690}"/>
          </ac:picMkLst>
        </pc:picChg>
        <pc:picChg chg="add del mod">
          <ac:chgData name="문 정민" userId="725e898a-b1f4-4de2-af66-12035302a739" providerId="ADAL" clId="{B9E69074-8236-41B4-A294-EE5B29733434}" dt="2023-07-21T06:25:54.106" v="4632"/>
          <ac:picMkLst>
            <pc:docMk/>
            <pc:sldMk cId="1279690535" sldId="356"/>
            <ac:picMk id="1144" creationId="{37C7881E-2215-BB70-C039-E03FB5D33196}"/>
          </ac:picMkLst>
        </pc:picChg>
        <pc:picChg chg="add del mod">
          <ac:chgData name="문 정민" userId="725e898a-b1f4-4de2-af66-12035302a739" providerId="ADAL" clId="{B9E69074-8236-41B4-A294-EE5B29733434}" dt="2023-07-21T06:25:54.106" v="4632"/>
          <ac:picMkLst>
            <pc:docMk/>
            <pc:sldMk cId="1279690535" sldId="356"/>
            <ac:picMk id="1145" creationId="{B170248C-6151-9E64-16B1-F63F46A6C18F}"/>
          </ac:picMkLst>
        </pc:picChg>
        <pc:picChg chg="add del mod">
          <ac:chgData name="문 정민" userId="725e898a-b1f4-4de2-af66-12035302a739" providerId="ADAL" clId="{B9E69074-8236-41B4-A294-EE5B29733434}" dt="2023-07-21T06:25:54.106" v="4632"/>
          <ac:picMkLst>
            <pc:docMk/>
            <pc:sldMk cId="1279690535" sldId="356"/>
            <ac:picMk id="1146" creationId="{CC9C2DA7-3496-C537-950B-F0508B99DF27}"/>
          </ac:picMkLst>
        </pc:picChg>
        <pc:picChg chg="add mod">
          <ac:chgData name="문 정민" userId="725e898a-b1f4-4de2-af66-12035302a739" providerId="ADAL" clId="{B9E69074-8236-41B4-A294-EE5B29733434}" dt="2023-07-21T06:31:47.722" v="4927" actId="1076"/>
          <ac:picMkLst>
            <pc:docMk/>
            <pc:sldMk cId="1279690535" sldId="356"/>
            <ac:picMk id="1147" creationId="{C294E806-9761-2DCB-A5E3-C806FD80613D}"/>
          </ac:picMkLst>
        </pc:picChg>
        <pc:picChg chg="add del mod">
          <ac:chgData name="문 정민" userId="725e898a-b1f4-4de2-af66-12035302a739" providerId="ADAL" clId="{B9E69074-8236-41B4-A294-EE5B29733434}" dt="2023-07-21T06:26:00.243" v="4635"/>
          <ac:picMkLst>
            <pc:docMk/>
            <pc:sldMk cId="1279690535" sldId="356"/>
            <ac:picMk id="1154" creationId="{8B0BC733-63C2-36CB-B153-3DDFB86EC960}"/>
          </ac:picMkLst>
        </pc:picChg>
        <pc:picChg chg="add del mod">
          <ac:chgData name="문 정민" userId="725e898a-b1f4-4de2-af66-12035302a739" providerId="ADAL" clId="{B9E69074-8236-41B4-A294-EE5B29733434}" dt="2023-07-21T06:26:00.243" v="4635"/>
          <ac:picMkLst>
            <pc:docMk/>
            <pc:sldMk cId="1279690535" sldId="356"/>
            <ac:picMk id="1155" creationId="{AC5339B4-F585-7D5E-2072-D1AFD0D12C1E}"/>
          </ac:picMkLst>
        </pc:picChg>
        <pc:picChg chg="add del mod">
          <ac:chgData name="문 정민" userId="725e898a-b1f4-4de2-af66-12035302a739" providerId="ADAL" clId="{B9E69074-8236-41B4-A294-EE5B29733434}" dt="2023-07-21T06:26:00.243" v="4635"/>
          <ac:picMkLst>
            <pc:docMk/>
            <pc:sldMk cId="1279690535" sldId="356"/>
            <ac:picMk id="1156" creationId="{E3687AC6-C893-686D-98D6-28DB0E07ABCD}"/>
          </ac:picMkLst>
        </pc:picChg>
        <pc:picChg chg="add del mod">
          <ac:chgData name="문 정민" userId="725e898a-b1f4-4de2-af66-12035302a739" providerId="ADAL" clId="{B9E69074-8236-41B4-A294-EE5B29733434}" dt="2023-07-21T06:26:00.243" v="4635"/>
          <ac:picMkLst>
            <pc:docMk/>
            <pc:sldMk cId="1279690535" sldId="356"/>
            <ac:picMk id="1157" creationId="{167E18EB-148B-624C-15F9-BF95B1BC6E4C}"/>
          </ac:picMkLst>
        </pc:picChg>
        <pc:picChg chg="add del mod">
          <ac:chgData name="문 정민" userId="725e898a-b1f4-4de2-af66-12035302a739" providerId="ADAL" clId="{B9E69074-8236-41B4-A294-EE5B29733434}" dt="2023-07-21T06:26:00.243" v="4635"/>
          <ac:picMkLst>
            <pc:docMk/>
            <pc:sldMk cId="1279690535" sldId="356"/>
            <ac:picMk id="1158" creationId="{DB10A36C-5F2A-A159-C797-EE23B68B7E31}"/>
          </ac:picMkLst>
        </pc:picChg>
        <pc:picChg chg="add del mod">
          <ac:chgData name="문 정민" userId="725e898a-b1f4-4de2-af66-12035302a739" providerId="ADAL" clId="{B9E69074-8236-41B4-A294-EE5B29733434}" dt="2023-07-21T06:26:00.243" v="4635"/>
          <ac:picMkLst>
            <pc:docMk/>
            <pc:sldMk cId="1279690535" sldId="356"/>
            <ac:picMk id="1160" creationId="{19626707-47BC-F6BB-CADD-F760D7FA389E}"/>
          </ac:picMkLst>
        </pc:picChg>
        <pc:picChg chg="add mod">
          <ac:chgData name="문 정민" userId="725e898a-b1f4-4de2-af66-12035302a739" providerId="ADAL" clId="{B9E69074-8236-41B4-A294-EE5B29733434}" dt="2023-07-21T06:36:28.306" v="5216" actId="1076"/>
          <ac:picMkLst>
            <pc:docMk/>
            <pc:sldMk cId="1279690535" sldId="356"/>
            <ac:picMk id="1161" creationId="{EBC1C30E-7FC2-3C41-3E00-45F6929DC81E}"/>
          </ac:picMkLst>
        </pc:picChg>
        <pc:picChg chg="add del mod">
          <ac:chgData name="문 정민" userId="725e898a-b1f4-4de2-af66-12035302a739" providerId="ADAL" clId="{B9E69074-8236-41B4-A294-EE5B29733434}" dt="2023-07-21T06:26:07.065" v="4638"/>
          <ac:picMkLst>
            <pc:docMk/>
            <pc:sldMk cId="1279690535" sldId="356"/>
            <ac:picMk id="1167" creationId="{E8649D2C-F4AC-208F-57C7-E7EC0032597B}"/>
          </ac:picMkLst>
        </pc:picChg>
        <pc:picChg chg="add del mod">
          <ac:chgData name="문 정민" userId="725e898a-b1f4-4de2-af66-12035302a739" providerId="ADAL" clId="{B9E69074-8236-41B4-A294-EE5B29733434}" dt="2023-07-21T06:26:07.065" v="4638"/>
          <ac:picMkLst>
            <pc:docMk/>
            <pc:sldMk cId="1279690535" sldId="356"/>
            <ac:picMk id="1168" creationId="{76E63974-0036-9353-041F-CF8F3B351527}"/>
          </ac:picMkLst>
        </pc:picChg>
        <pc:picChg chg="add del mod">
          <ac:chgData name="문 정민" userId="725e898a-b1f4-4de2-af66-12035302a739" providerId="ADAL" clId="{B9E69074-8236-41B4-A294-EE5B29733434}" dt="2023-07-21T06:26:07.065" v="4638"/>
          <ac:picMkLst>
            <pc:docMk/>
            <pc:sldMk cId="1279690535" sldId="356"/>
            <ac:picMk id="1169" creationId="{B4D568C8-DB9D-711C-828C-E25FEEE9336C}"/>
          </ac:picMkLst>
        </pc:picChg>
        <pc:picChg chg="add del mod">
          <ac:chgData name="문 정민" userId="725e898a-b1f4-4de2-af66-12035302a739" providerId="ADAL" clId="{B9E69074-8236-41B4-A294-EE5B29733434}" dt="2023-07-21T06:26:07.065" v="4638"/>
          <ac:picMkLst>
            <pc:docMk/>
            <pc:sldMk cId="1279690535" sldId="356"/>
            <ac:picMk id="1170" creationId="{0E595871-1D74-F1CB-604A-1A15F88EC6BB}"/>
          </ac:picMkLst>
        </pc:picChg>
        <pc:picChg chg="add del mod">
          <ac:chgData name="문 정민" userId="725e898a-b1f4-4de2-af66-12035302a739" providerId="ADAL" clId="{B9E69074-8236-41B4-A294-EE5B29733434}" dt="2023-07-21T06:26:07.065" v="4638"/>
          <ac:picMkLst>
            <pc:docMk/>
            <pc:sldMk cId="1279690535" sldId="356"/>
            <ac:picMk id="1171" creationId="{BDD1F6C9-8543-2347-DF59-3E6FEA7D8D2F}"/>
          </ac:picMkLst>
        </pc:picChg>
        <pc:picChg chg="add mod">
          <ac:chgData name="문 정민" userId="725e898a-b1f4-4de2-af66-12035302a739" providerId="ADAL" clId="{B9E69074-8236-41B4-A294-EE5B29733434}" dt="2023-07-21T06:37:17.112" v="5255" actId="1076"/>
          <ac:picMkLst>
            <pc:docMk/>
            <pc:sldMk cId="1279690535" sldId="356"/>
            <ac:picMk id="1173" creationId="{295D6738-5113-C2D5-98CE-4006E5B8495B}"/>
          </ac:picMkLst>
        </pc:picChg>
        <pc:cxnChg chg="add del mod">
          <ac:chgData name="문 정민" userId="725e898a-b1f4-4de2-af66-12035302a739" providerId="ADAL" clId="{B9E69074-8236-41B4-A294-EE5B29733434}" dt="2023-07-21T06:25:47.426" v="4629"/>
          <ac:cxnSpMkLst>
            <pc:docMk/>
            <pc:sldMk cId="1279690535" sldId="356"/>
            <ac:cxnSpMk id="1126" creationId="{7441499C-581F-968C-41FA-027FA64843FB}"/>
          </ac:cxnSpMkLst>
        </pc:cxnChg>
        <pc:cxnChg chg="add del mod">
          <ac:chgData name="문 정민" userId="725e898a-b1f4-4de2-af66-12035302a739" providerId="ADAL" clId="{B9E69074-8236-41B4-A294-EE5B29733434}" dt="2023-07-21T06:25:47.426" v="4629"/>
          <ac:cxnSpMkLst>
            <pc:docMk/>
            <pc:sldMk cId="1279690535" sldId="356"/>
            <ac:cxnSpMk id="1128" creationId="{6313F96E-C025-8379-810C-546BC046BD68}"/>
          </ac:cxnSpMkLst>
        </pc:cxnChg>
        <pc:cxnChg chg="add del mod">
          <ac:chgData name="문 정민" userId="725e898a-b1f4-4de2-af66-12035302a739" providerId="ADAL" clId="{B9E69074-8236-41B4-A294-EE5B29733434}" dt="2023-07-21T06:25:47.426" v="4629"/>
          <ac:cxnSpMkLst>
            <pc:docMk/>
            <pc:sldMk cId="1279690535" sldId="356"/>
            <ac:cxnSpMk id="1130" creationId="{3A1DD3A9-6F1C-D4F4-B25A-9605A7C83200}"/>
          </ac:cxnSpMkLst>
        </pc:cxnChg>
        <pc:cxnChg chg="add del">
          <ac:chgData name="문 정민" userId="725e898a-b1f4-4de2-af66-12035302a739" providerId="ADAL" clId="{B9E69074-8236-41B4-A294-EE5B29733434}" dt="2023-07-21T06:26:50.681" v="4683" actId="478"/>
          <ac:cxnSpMkLst>
            <pc:docMk/>
            <pc:sldMk cId="1279690535" sldId="356"/>
            <ac:cxnSpMk id="1176" creationId="{F8018867-C735-B50B-55EB-02074964875D}"/>
          </ac:cxnSpMkLst>
        </pc:cxnChg>
        <pc:cxnChg chg="add del mod">
          <ac:chgData name="문 정민" userId="725e898a-b1f4-4de2-af66-12035302a739" providerId="ADAL" clId="{B9E69074-8236-41B4-A294-EE5B29733434}" dt="2023-07-21T06:31:18.512" v="4919" actId="478"/>
          <ac:cxnSpMkLst>
            <pc:docMk/>
            <pc:sldMk cId="1279690535" sldId="356"/>
            <ac:cxnSpMk id="1185" creationId="{05121C9E-8E3B-E33B-AC12-4A31D426917D}"/>
          </ac:cxnSpMkLst>
        </pc:cxnChg>
        <pc:cxnChg chg="add mod">
          <ac:chgData name="문 정민" userId="725e898a-b1f4-4de2-af66-12035302a739" providerId="ADAL" clId="{B9E69074-8236-41B4-A294-EE5B29733434}" dt="2023-07-21T06:31:47.722" v="4927" actId="1076"/>
          <ac:cxnSpMkLst>
            <pc:docMk/>
            <pc:sldMk cId="1279690535" sldId="356"/>
            <ac:cxnSpMk id="1188" creationId="{49675685-C12D-7107-C95F-49C0FCDDE82C}"/>
          </ac:cxnSpMkLst>
        </pc:cxnChg>
        <pc:cxnChg chg="add mod">
          <ac:chgData name="문 정민" userId="725e898a-b1f4-4de2-af66-12035302a739" providerId="ADAL" clId="{B9E69074-8236-41B4-A294-EE5B29733434}" dt="2023-07-21T06:31:56.587" v="4931" actId="14100"/>
          <ac:cxnSpMkLst>
            <pc:docMk/>
            <pc:sldMk cId="1279690535" sldId="356"/>
            <ac:cxnSpMk id="1191" creationId="{AA9998B7-5BAE-88C3-C7DE-AB7B1DC0CC9A}"/>
          </ac:cxnSpMkLst>
        </pc:cxnChg>
        <pc:cxnChg chg="add mod">
          <ac:chgData name="문 정민" userId="725e898a-b1f4-4de2-af66-12035302a739" providerId="ADAL" clId="{B9E69074-8236-41B4-A294-EE5B29733434}" dt="2023-07-21T06:36:49.930" v="5221" actId="14100"/>
          <ac:cxnSpMkLst>
            <pc:docMk/>
            <pc:sldMk cId="1279690535" sldId="356"/>
            <ac:cxnSpMk id="1194" creationId="{CF0C4F52-AF70-CFE5-8621-A66422A229D9}"/>
          </ac:cxnSpMkLst>
        </pc:cxnChg>
        <pc:cxnChg chg="add mod">
          <ac:chgData name="문 정민" userId="725e898a-b1f4-4de2-af66-12035302a739" providerId="ADAL" clId="{B9E69074-8236-41B4-A294-EE5B29733434}" dt="2023-07-21T06:32:03.374" v="4935" actId="14100"/>
          <ac:cxnSpMkLst>
            <pc:docMk/>
            <pc:sldMk cId="1279690535" sldId="356"/>
            <ac:cxnSpMk id="1195" creationId="{BD89F513-CC1A-03FB-F4FB-D35185421EC2}"/>
          </ac:cxnSpMkLst>
        </pc:cxnChg>
        <pc:cxnChg chg="add mod">
          <ac:chgData name="문 정민" userId="725e898a-b1f4-4de2-af66-12035302a739" providerId="ADAL" clId="{B9E69074-8236-41B4-A294-EE5B29733434}" dt="2023-07-21T06:37:56.024" v="5298" actId="14100"/>
          <ac:cxnSpMkLst>
            <pc:docMk/>
            <pc:sldMk cId="1279690535" sldId="356"/>
            <ac:cxnSpMk id="1198" creationId="{5ED29BC5-D489-4FA1-5E93-774D7FBD8243}"/>
          </ac:cxnSpMkLst>
        </pc:cxnChg>
        <pc:cxnChg chg="add del mod">
          <ac:chgData name="문 정민" userId="725e898a-b1f4-4de2-af66-12035302a739" providerId="ADAL" clId="{B9E69074-8236-41B4-A294-EE5B29733434}" dt="2023-07-21T06:34:20.966" v="5158" actId="478"/>
          <ac:cxnSpMkLst>
            <pc:docMk/>
            <pc:sldMk cId="1279690535" sldId="356"/>
            <ac:cxnSpMk id="1204" creationId="{CC2E98EF-038D-4E28-BEAE-3E2E0C714195}"/>
          </ac:cxnSpMkLst>
        </pc:cxnChg>
        <pc:cxnChg chg="add mod">
          <ac:chgData name="문 정민" userId="725e898a-b1f4-4de2-af66-12035302a739" providerId="ADAL" clId="{B9E69074-8236-41B4-A294-EE5B29733434}" dt="2023-07-21T06:36:37.424" v="5218" actId="14100"/>
          <ac:cxnSpMkLst>
            <pc:docMk/>
            <pc:sldMk cId="1279690535" sldId="356"/>
            <ac:cxnSpMk id="1208" creationId="{8B92A07A-A439-4667-0F30-3E659BA1A76D}"/>
          </ac:cxnSpMkLst>
        </pc:cxnChg>
      </pc:sldChg>
      <pc:sldChg chg="new del">
        <pc:chgData name="문 정민" userId="725e898a-b1f4-4de2-af66-12035302a739" providerId="ADAL" clId="{B9E69074-8236-41B4-A294-EE5B29733434}" dt="2023-07-20T11:36:50.291" v="902" actId="47"/>
        <pc:sldMkLst>
          <pc:docMk/>
          <pc:sldMk cId="1833466386" sldId="356"/>
        </pc:sldMkLst>
      </pc:sldChg>
      <pc:sldChg chg="addSp delSp modSp add mod ord">
        <pc:chgData name="문 정민" userId="725e898a-b1f4-4de2-af66-12035302a739" providerId="ADAL" clId="{B9E69074-8236-41B4-A294-EE5B29733434}" dt="2023-07-21T02:53:06.288" v="2459"/>
        <pc:sldMkLst>
          <pc:docMk/>
          <pc:sldMk cId="563287055" sldId="357"/>
        </pc:sldMkLst>
        <pc:spChg chg="add mod">
          <ac:chgData name="문 정민" userId="725e898a-b1f4-4de2-af66-12035302a739" providerId="ADAL" clId="{B9E69074-8236-41B4-A294-EE5B29733434}" dt="2023-07-21T00:56:11.396" v="2431"/>
          <ac:spMkLst>
            <pc:docMk/>
            <pc:sldMk cId="563287055" sldId="357"/>
            <ac:spMk id="3" creationId="{91B21F3F-0D7A-8223-6C3A-36AD986ACBB6}"/>
          </ac:spMkLst>
        </pc:spChg>
        <pc:spChg chg="del mod">
          <ac:chgData name="문 정민" userId="725e898a-b1f4-4de2-af66-12035302a739" providerId="ADAL" clId="{B9E69074-8236-41B4-A294-EE5B29733434}" dt="2023-07-20T11:41:58.831" v="1108" actId="478"/>
          <ac:spMkLst>
            <pc:docMk/>
            <pc:sldMk cId="563287055" sldId="357"/>
            <ac:spMk id="11" creationId="{0110A25D-D989-35C3-533B-DEB4C34D72DC}"/>
          </ac:spMkLst>
        </pc:spChg>
        <pc:spChg chg="add mod">
          <ac:chgData name="문 정민" userId="725e898a-b1f4-4de2-af66-12035302a739" providerId="ADAL" clId="{B9E69074-8236-41B4-A294-EE5B29733434}" dt="2023-07-21T00:56:17.731" v="2457" actId="1036"/>
          <ac:spMkLst>
            <pc:docMk/>
            <pc:sldMk cId="563287055" sldId="357"/>
            <ac:spMk id="21" creationId="{3F13D749-3D43-BDC4-B5E7-86DE5A86FA7A}"/>
          </ac:spMkLst>
        </pc:spChg>
        <pc:spChg chg="add mod">
          <ac:chgData name="문 정민" userId="725e898a-b1f4-4de2-af66-12035302a739" providerId="ADAL" clId="{B9E69074-8236-41B4-A294-EE5B29733434}" dt="2023-07-21T00:38:05.874" v="1827"/>
          <ac:spMkLst>
            <pc:docMk/>
            <pc:sldMk cId="563287055" sldId="357"/>
            <ac:spMk id="22" creationId="{1AF883CA-1F54-3FDB-E086-D35A3C59FD3F}"/>
          </ac:spMkLst>
        </pc:spChg>
        <pc:spChg chg="add mod">
          <ac:chgData name="문 정민" userId="725e898a-b1f4-4de2-af66-12035302a739" providerId="ADAL" clId="{B9E69074-8236-41B4-A294-EE5B29733434}" dt="2023-07-21T00:56:17.731" v="2457" actId="1036"/>
          <ac:spMkLst>
            <pc:docMk/>
            <pc:sldMk cId="563287055" sldId="357"/>
            <ac:spMk id="24" creationId="{7C92DCC5-07D5-50EB-672D-733A351977AF}"/>
          </ac:spMkLst>
        </pc:spChg>
        <pc:spChg chg="add mod">
          <ac:chgData name="문 정민" userId="725e898a-b1f4-4de2-af66-12035302a739" providerId="ADAL" clId="{B9E69074-8236-41B4-A294-EE5B29733434}" dt="2023-07-21T00:56:17.731" v="2457" actId="1036"/>
          <ac:spMkLst>
            <pc:docMk/>
            <pc:sldMk cId="563287055" sldId="357"/>
            <ac:spMk id="25" creationId="{11B04091-5E20-3945-EB92-8E00B57CDF49}"/>
          </ac:spMkLst>
        </pc:spChg>
        <pc:spChg chg="add mod">
          <ac:chgData name="문 정민" userId="725e898a-b1f4-4de2-af66-12035302a739" providerId="ADAL" clId="{B9E69074-8236-41B4-A294-EE5B29733434}" dt="2023-07-21T00:56:17.731" v="2457" actId="1036"/>
          <ac:spMkLst>
            <pc:docMk/>
            <pc:sldMk cId="563287055" sldId="357"/>
            <ac:spMk id="32" creationId="{95C6513D-05D4-8C2E-8576-4D477D629D93}"/>
          </ac:spMkLst>
        </pc:spChg>
        <pc:spChg chg="add mod">
          <ac:chgData name="문 정민" userId="725e898a-b1f4-4de2-af66-12035302a739" providerId="ADAL" clId="{B9E69074-8236-41B4-A294-EE5B29733434}" dt="2023-07-21T00:56:17.731" v="2457" actId="1036"/>
          <ac:spMkLst>
            <pc:docMk/>
            <pc:sldMk cId="563287055" sldId="357"/>
            <ac:spMk id="33" creationId="{768AF869-EE4B-D8ED-84E3-7B0208A817A8}"/>
          </ac:spMkLst>
        </pc:spChg>
        <pc:spChg chg="add mod">
          <ac:chgData name="문 정민" userId="725e898a-b1f4-4de2-af66-12035302a739" providerId="ADAL" clId="{B9E69074-8236-41B4-A294-EE5B29733434}" dt="2023-07-21T00:56:17.731" v="2457" actId="1036"/>
          <ac:spMkLst>
            <pc:docMk/>
            <pc:sldMk cId="563287055" sldId="357"/>
            <ac:spMk id="35" creationId="{964B65C2-4816-7CCF-968A-976BACE8CE1B}"/>
          </ac:spMkLst>
        </pc:spChg>
        <pc:spChg chg="mod">
          <ac:chgData name="문 정민" userId="725e898a-b1f4-4de2-af66-12035302a739" providerId="ADAL" clId="{B9E69074-8236-41B4-A294-EE5B29733434}" dt="2023-07-21T00:56:17.731" v="2457" actId="1036"/>
          <ac:spMkLst>
            <pc:docMk/>
            <pc:sldMk cId="563287055" sldId="357"/>
            <ac:spMk id="38" creationId="{76ECFBB9-19E2-0753-936E-3547B3C36989}"/>
          </ac:spMkLst>
        </pc:spChg>
        <pc:spChg chg="add mod">
          <ac:chgData name="문 정민" userId="725e898a-b1f4-4de2-af66-12035302a739" providerId="ADAL" clId="{B9E69074-8236-41B4-A294-EE5B29733434}" dt="2023-07-21T00:56:17.731" v="2457" actId="1036"/>
          <ac:spMkLst>
            <pc:docMk/>
            <pc:sldMk cId="563287055" sldId="357"/>
            <ac:spMk id="40" creationId="{3AC6402A-1B9D-A2BB-2096-1E4963146F69}"/>
          </ac:spMkLst>
        </pc:spChg>
        <pc:spChg chg="del">
          <ac:chgData name="문 정민" userId="725e898a-b1f4-4de2-af66-12035302a739" providerId="ADAL" clId="{B9E69074-8236-41B4-A294-EE5B29733434}" dt="2023-07-21T00:38:05.123" v="1826" actId="478"/>
          <ac:spMkLst>
            <pc:docMk/>
            <pc:sldMk cId="563287055" sldId="357"/>
            <ac:spMk id="1044" creationId="{94167A95-4077-82BE-8090-0BA89520C0CF}"/>
          </ac:spMkLst>
        </pc:spChg>
        <pc:grpChg chg="add mod">
          <ac:chgData name="문 정민" userId="725e898a-b1f4-4de2-af66-12035302a739" providerId="ADAL" clId="{B9E69074-8236-41B4-A294-EE5B29733434}" dt="2023-07-21T00:56:17.731" v="2457" actId="1036"/>
          <ac:grpSpMkLst>
            <pc:docMk/>
            <pc:sldMk cId="563287055" sldId="357"/>
            <ac:grpSpMk id="23" creationId="{269E5893-5D3E-D4D6-0009-5B6F97A7544B}"/>
          </ac:grpSpMkLst>
        </pc:grpChg>
        <pc:grpChg chg="add mod">
          <ac:chgData name="문 정민" userId="725e898a-b1f4-4de2-af66-12035302a739" providerId="ADAL" clId="{B9E69074-8236-41B4-A294-EE5B29733434}" dt="2023-07-21T00:56:17.731" v="2457" actId="1036"/>
          <ac:grpSpMkLst>
            <pc:docMk/>
            <pc:sldMk cId="563287055" sldId="357"/>
            <ac:grpSpMk id="26" creationId="{D374F3C6-2C3C-E4E8-09D1-3B866A140FFE}"/>
          </ac:grpSpMkLst>
        </pc:grpChg>
        <pc:grpChg chg="add mod">
          <ac:chgData name="문 정민" userId="725e898a-b1f4-4de2-af66-12035302a739" providerId="ADAL" clId="{B9E69074-8236-41B4-A294-EE5B29733434}" dt="2023-07-21T00:56:17.731" v="2457" actId="1036"/>
          <ac:grpSpMkLst>
            <pc:docMk/>
            <pc:sldMk cId="563287055" sldId="357"/>
            <ac:grpSpMk id="27" creationId="{8FD7F308-EB58-B035-3232-3CA5D88625E4}"/>
          </ac:grpSpMkLst>
        </pc:grpChg>
        <pc:grpChg chg="add mod">
          <ac:chgData name="문 정민" userId="725e898a-b1f4-4de2-af66-12035302a739" providerId="ADAL" clId="{B9E69074-8236-41B4-A294-EE5B29733434}" dt="2023-07-21T00:56:17.731" v="2457" actId="1036"/>
          <ac:grpSpMkLst>
            <pc:docMk/>
            <pc:sldMk cId="563287055" sldId="357"/>
            <ac:grpSpMk id="36" creationId="{18C0F00E-4AA4-823C-BA41-41E434617283}"/>
          </ac:grpSpMkLst>
        </pc:grpChg>
        <pc:grpChg chg="add mod">
          <ac:chgData name="문 정민" userId="725e898a-b1f4-4de2-af66-12035302a739" providerId="ADAL" clId="{B9E69074-8236-41B4-A294-EE5B29733434}" dt="2023-07-21T00:56:17.731" v="2457" actId="1036"/>
          <ac:grpSpMkLst>
            <pc:docMk/>
            <pc:sldMk cId="563287055" sldId="357"/>
            <ac:grpSpMk id="42" creationId="{E7B9C063-A22A-386A-BC9E-9B80DF955238}"/>
          </ac:grpSpMkLst>
        </pc:grpChg>
        <pc:graphicFrameChg chg="del">
          <ac:chgData name="문 정민" userId="725e898a-b1f4-4de2-af66-12035302a739" providerId="ADAL" clId="{B9E69074-8236-41B4-A294-EE5B29733434}" dt="2023-07-20T11:41:45.912" v="1107" actId="478"/>
          <ac:graphicFrameMkLst>
            <pc:docMk/>
            <pc:sldMk cId="563287055" sldId="357"/>
            <ac:graphicFrameMk id="13" creationId="{6C419F1E-CE69-03B5-B19D-E2B064759A20}"/>
          </ac:graphicFrameMkLst>
        </pc:graphicFrameChg>
        <pc:picChg chg="del">
          <ac:chgData name="문 정민" userId="725e898a-b1f4-4de2-af66-12035302a739" providerId="ADAL" clId="{B9E69074-8236-41B4-A294-EE5B29733434}" dt="2023-07-20T11:41:45.912" v="1107" actId="478"/>
          <ac:picMkLst>
            <pc:docMk/>
            <pc:sldMk cId="563287055" sldId="357"/>
            <ac:picMk id="4" creationId="{60C5B934-95E1-B550-C0A3-9286569F657B}"/>
          </ac:picMkLst>
        </pc:picChg>
        <pc:picChg chg="add del mod">
          <ac:chgData name="문 정민" userId="725e898a-b1f4-4de2-af66-12035302a739" providerId="ADAL" clId="{B9E69074-8236-41B4-A294-EE5B29733434}" dt="2023-07-21T00:20:43.200" v="1540" actId="478"/>
          <ac:picMkLst>
            <pc:docMk/>
            <pc:sldMk cId="563287055" sldId="357"/>
            <ac:picMk id="6" creationId="{AC07AEF8-7279-4685-8BC4-77D5BF97D1E6}"/>
          </ac:picMkLst>
        </pc:picChg>
        <pc:picChg chg="del">
          <ac:chgData name="문 정민" userId="725e898a-b1f4-4de2-af66-12035302a739" providerId="ADAL" clId="{B9E69074-8236-41B4-A294-EE5B29733434}" dt="2023-07-20T11:41:45.912" v="1107" actId="478"/>
          <ac:picMkLst>
            <pc:docMk/>
            <pc:sldMk cId="563287055" sldId="357"/>
            <ac:picMk id="7" creationId="{1C7A4CBD-147D-4B20-E575-1E64E35E77D8}"/>
          </ac:picMkLst>
        </pc:picChg>
        <pc:picChg chg="add mod">
          <ac:chgData name="문 정민" userId="725e898a-b1f4-4de2-af66-12035302a739" providerId="ADAL" clId="{B9E69074-8236-41B4-A294-EE5B29733434}" dt="2023-07-21T00:56:17.731" v="2457" actId="1036"/>
          <ac:picMkLst>
            <pc:docMk/>
            <pc:sldMk cId="563287055" sldId="357"/>
            <ac:picMk id="9" creationId="{D2BD59C1-2BCC-16AD-2DFF-685EC9A52BB2}"/>
          </ac:picMkLst>
        </pc:picChg>
        <pc:picChg chg="add mod">
          <ac:chgData name="문 정민" userId="725e898a-b1f4-4de2-af66-12035302a739" providerId="ADAL" clId="{B9E69074-8236-41B4-A294-EE5B29733434}" dt="2023-07-21T00:56:17.731" v="2457" actId="1036"/>
          <ac:picMkLst>
            <pc:docMk/>
            <pc:sldMk cId="563287055" sldId="357"/>
            <ac:picMk id="12" creationId="{C4C95D5A-46AA-0645-65EE-2108AFFFC01B}"/>
          </ac:picMkLst>
        </pc:picChg>
        <pc:picChg chg="add del mod">
          <ac:chgData name="문 정민" userId="725e898a-b1f4-4de2-af66-12035302a739" providerId="ADAL" clId="{B9E69074-8236-41B4-A294-EE5B29733434}" dt="2023-07-21T00:28:15.749" v="1548" actId="478"/>
          <ac:picMkLst>
            <pc:docMk/>
            <pc:sldMk cId="563287055" sldId="357"/>
            <ac:picMk id="16" creationId="{7D06C48F-4A1C-6A51-9F3E-949EFCE8D271}"/>
          </ac:picMkLst>
        </pc:picChg>
        <pc:picChg chg="add mod">
          <ac:chgData name="문 정민" userId="725e898a-b1f4-4de2-af66-12035302a739" providerId="ADAL" clId="{B9E69074-8236-41B4-A294-EE5B29733434}" dt="2023-07-21T00:56:17.731" v="2457" actId="1036"/>
          <ac:picMkLst>
            <pc:docMk/>
            <pc:sldMk cId="563287055" sldId="357"/>
            <ac:picMk id="20" creationId="{151CAAEA-F5BD-6661-F369-40AD6270CA96}"/>
          </ac:picMkLst>
        </pc:picChg>
        <pc:picChg chg="add mod">
          <ac:chgData name="문 정민" userId="725e898a-b1f4-4de2-af66-12035302a739" providerId="ADAL" clId="{B9E69074-8236-41B4-A294-EE5B29733434}" dt="2023-07-21T00:56:17.731" v="2457" actId="1036"/>
          <ac:picMkLst>
            <pc:docMk/>
            <pc:sldMk cId="563287055" sldId="357"/>
            <ac:picMk id="30" creationId="{54F6FD63-C919-416E-C654-A1E1B8B96CD1}"/>
          </ac:picMkLst>
        </pc:picChg>
        <pc:picChg chg="mod">
          <ac:chgData name="문 정민" userId="725e898a-b1f4-4de2-af66-12035302a739" providerId="ADAL" clId="{B9E69074-8236-41B4-A294-EE5B29733434}" dt="2023-07-21T00:56:17.731" v="2457" actId="1036"/>
          <ac:picMkLst>
            <pc:docMk/>
            <pc:sldMk cId="563287055" sldId="357"/>
            <ac:picMk id="37" creationId="{848BF805-F788-24AF-1784-0A3C5940A1FF}"/>
          </ac:picMkLst>
        </pc:picChg>
        <pc:picChg chg="add mod">
          <ac:chgData name="문 정민" userId="725e898a-b1f4-4de2-af66-12035302a739" providerId="ADAL" clId="{B9E69074-8236-41B4-A294-EE5B29733434}" dt="2023-07-21T00:56:17.731" v="2457" actId="1036"/>
          <ac:picMkLst>
            <pc:docMk/>
            <pc:sldMk cId="563287055" sldId="357"/>
            <ac:picMk id="41" creationId="{36D1724B-6E31-1296-EAFF-4E6957DC7F34}"/>
          </ac:picMkLst>
        </pc:picChg>
        <pc:cxnChg chg="add mod">
          <ac:chgData name="문 정민" userId="725e898a-b1f4-4de2-af66-12035302a739" providerId="ADAL" clId="{B9E69074-8236-41B4-A294-EE5B29733434}" dt="2023-07-21T00:56:17.731" v="2457" actId="1036"/>
          <ac:cxnSpMkLst>
            <pc:docMk/>
            <pc:sldMk cId="563287055" sldId="357"/>
            <ac:cxnSpMk id="29" creationId="{980EF060-2E5C-D5EE-DB82-9D8EEEACD5D0}"/>
          </ac:cxnSpMkLst>
        </pc:cxnChg>
        <pc:cxnChg chg="add mod">
          <ac:chgData name="문 정민" userId="725e898a-b1f4-4de2-af66-12035302a739" providerId="ADAL" clId="{B9E69074-8236-41B4-A294-EE5B29733434}" dt="2023-07-21T00:56:17.731" v="2457" actId="1036"/>
          <ac:cxnSpMkLst>
            <pc:docMk/>
            <pc:sldMk cId="563287055" sldId="357"/>
            <ac:cxnSpMk id="31" creationId="{BAF5EA7E-95C5-D839-6F50-25C614EEB316}"/>
          </ac:cxnSpMkLst>
        </pc:cxnChg>
        <pc:cxnChg chg="add mod">
          <ac:chgData name="문 정민" userId="725e898a-b1f4-4de2-af66-12035302a739" providerId="ADAL" clId="{B9E69074-8236-41B4-A294-EE5B29733434}" dt="2023-07-21T00:56:17.731" v="2457" actId="1036"/>
          <ac:cxnSpMkLst>
            <pc:docMk/>
            <pc:sldMk cId="563287055" sldId="357"/>
            <ac:cxnSpMk id="34" creationId="{11C8A9ED-1491-310B-CA00-FD815B4EC850}"/>
          </ac:cxnSpMkLst>
        </pc:cxnChg>
        <pc:cxnChg chg="add mod">
          <ac:chgData name="문 정민" userId="725e898a-b1f4-4de2-af66-12035302a739" providerId="ADAL" clId="{B9E69074-8236-41B4-A294-EE5B29733434}" dt="2023-07-21T00:56:17.731" v="2457" actId="1036"/>
          <ac:cxnSpMkLst>
            <pc:docMk/>
            <pc:sldMk cId="563287055" sldId="357"/>
            <ac:cxnSpMk id="39" creationId="{DEBA34F8-566D-9636-FA16-4425BD4CCB7B}"/>
          </ac:cxnSpMkLst>
        </pc:cxnChg>
      </pc:sldChg>
      <pc:sldChg chg="addSp delSp modSp add del mod">
        <pc:chgData name="문 정민" userId="725e898a-b1f4-4de2-af66-12035302a739" providerId="ADAL" clId="{B9E69074-8236-41B4-A294-EE5B29733434}" dt="2023-07-21T06:27:24.763" v="4696" actId="47"/>
        <pc:sldMkLst>
          <pc:docMk/>
          <pc:sldMk cId="3879494245" sldId="358"/>
        </pc:sldMkLst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7" creationId="{69E04A47-96BE-0796-95D7-611E04FC1A06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8" creationId="{79C28C49-3D52-B2DD-75DE-903681668A8A}"/>
          </ac:spMkLst>
        </pc:spChg>
        <pc:spChg chg="mod">
          <ac:chgData name="문 정민" userId="725e898a-b1f4-4de2-af66-12035302a739" providerId="ADAL" clId="{B9E69074-8236-41B4-A294-EE5B29733434}" dt="2023-07-21T05:52:58.310" v="3867" actId="571"/>
          <ac:spMkLst>
            <pc:docMk/>
            <pc:sldMk cId="3879494245" sldId="358"/>
            <ac:spMk id="10" creationId="{72941B1F-949A-767F-8A2D-A4FD3873C748}"/>
          </ac:spMkLst>
        </pc:spChg>
        <pc:spChg chg="add del mod">
          <ac:chgData name="문 정민" userId="725e898a-b1f4-4de2-af66-12035302a739" providerId="ADAL" clId="{B9E69074-8236-41B4-A294-EE5B29733434}" dt="2023-07-21T05:53:26.219" v="3872" actId="478"/>
          <ac:spMkLst>
            <pc:docMk/>
            <pc:sldMk cId="3879494245" sldId="358"/>
            <ac:spMk id="13" creationId="{409A46AA-6FAF-B85D-9CFB-59F7A97BE91F}"/>
          </ac:spMkLst>
        </pc:spChg>
        <pc:spChg chg="add del mod">
          <ac:chgData name="문 정민" userId="725e898a-b1f4-4de2-af66-12035302a739" providerId="ADAL" clId="{B9E69074-8236-41B4-A294-EE5B29733434}" dt="2023-07-21T05:56:43.267" v="3930" actId="478"/>
          <ac:spMkLst>
            <pc:docMk/>
            <pc:sldMk cId="3879494245" sldId="358"/>
            <ac:spMk id="16" creationId="{F09E83AD-691E-102B-F832-486773F1429E}"/>
          </ac:spMkLst>
        </pc:spChg>
        <pc:spChg chg="add mod">
          <ac:chgData name="문 정민" userId="725e898a-b1f4-4de2-af66-12035302a739" providerId="ADAL" clId="{B9E69074-8236-41B4-A294-EE5B29733434}" dt="2023-07-21T06:00:05.356" v="4026" actId="164"/>
          <ac:spMkLst>
            <pc:docMk/>
            <pc:sldMk cId="3879494245" sldId="358"/>
            <ac:spMk id="25" creationId="{D3333FB2-B77B-8E88-1A4F-A5682347B248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26" creationId="{D9704451-E2BC-E6ED-539A-58A2C5F086EF}"/>
          </ac:spMkLst>
        </pc:spChg>
        <pc:spChg chg="add mod">
          <ac:chgData name="문 정민" userId="725e898a-b1f4-4de2-af66-12035302a739" providerId="ADAL" clId="{B9E69074-8236-41B4-A294-EE5B29733434}" dt="2023-07-21T06:00:05.356" v="4026" actId="164"/>
          <ac:spMkLst>
            <pc:docMk/>
            <pc:sldMk cId="3879494245" sldId="358"/>
            <ac:spMk id="28" creationId="{00544952-B9B5-F6F2-0756-52E7B6D697CA}"/>
          </ac:spMkLst>
        </pc:spChg>
        <pc:spChg chg="add mod">
          <ac:chgData name="문 정민" userId="725e898a-b1f4-4de2-af66-12035302a739" providerId="ADAL" clId="{B9E69074-8236-41B4-A294-EE5B29733434}" dt="2023-07-21T06:00:05.356" v="4026" actId="164"/>
          <ac:spMkLst>
            <pc:docMk/>
            <pc:sldMk cId="3879494245" sldId="358"/>
            <ac:spMk id="31" creationId="{FC105A1C-27D5-2A33-CFB7-637EE197C1BF}"/>
          </ac:spMkLst>
        </pc:spChg>
        <pc:spChg chg="mod">
          <ac:chgData name="문 정민" userId="725e898a-b1f4-4de2-af66-12035302a739" providerId="ADAL" clId="{B9E69074-8236-41B4-A294-EE5B29733434}" dt="2023-07-21T06:21:00.502" v="4462" actId="571"/>
          <ac:spMkLst>
            <pc:docMk/>
            <pc:sldMk cId="3879494245" sldId="358"/>
            <ac:spMk id="34" creationId="{DD18E26E-4512-D8D5-2F19-D83CF560579C}"/>
          </ac:spMkLst>
        </pc:spChg>
        <pc:spChg chg="mod">
          <ac:chgData name="문 정민" userId="725e898a-b1f4-4de2-af66-12035302a739" providerId="ADAL" clId="{B9E69074-8236-41B4-A294-EE5B29733434}" dt="2023-07-21T06:21:00.502" v="4462" actId="571"/>
          <ac:spMkLst>
            <pc:docMk/>
            <pc:sldMk cId="3879494245" sldId="358"/>
            <ac:spMk id="35" creationId="{3251F217-B2A1-58A7-DBF6-5281531FE142}"/>
          </ac:spMkLst>
        </pc:spChg>
        <pc:spChg chg="mod">
          <ac:chgData name="문 정민" userId="725e898a-b1f4-4de2-af66-12035302a739" providerId="ADAL" clId="{B9E69074-8236-41B4-A294-EE5B29733434}" dt="2023-07-21T06:21:00.502" v="4462" actId="571"/>
          <ac:spMkLst>
            <pc:docMk/>
            <pc:sldMk cId="3879494245" sldId="358"/>
            <ac:spMk id="36" creationId="{55DCBDA7-497E-9C7D-2BF0-B6C31E840634}"/>
          </ac:spMkLst>
        </pc:spChg>
        <pc:spChg chg="mod">
          <ac:chgData name="문 정민" userId="725e898a-b1f4-4de2-af66-12035302a739" providerId="ADAL" clId="{B9E69074-8236-41B4-A294-EE5B29733434}" dt="2023-07-21T06:00:10.200" v="4028" actId="571"/>
          <ac:spMkLst>
            <pc:docMk/>
            <pc:sldMk cId="3879494245" sldId="358"/>
            <ac:spMk id="38" creationId="{A622660F-2201-46BE-74C5-5581D1C13D58}"/>
          </ac:spMkLst>
        </pc:spChg>
        <pc:spChg chg="mod">
          <ac:chgData name="문 정민" userId="725e898a-b1f4-4de2-af66-12035302a739" providerId="ADAL" clId="{B9E69074-8236-41B4-A294-EE5B29733434}" dt="2023-07-21T06:00:41.444" v="4045"/>
          <ac:spMkLst>
            <pc:docMk/>
            <pc:sldMk cId="3879494245" sldId="358"/>
            <ac:spMk id="39" creationId="{AF60744D-D4CD-3AB3-5978-23551CB31D54}"/>
          </ac:spMkLst>
        </pc:spChg>
        <pc:spChg chg="mod">
          <ac:chgData name="문 정민" userId="725e898a-b1f4-4de2-af66-12035302a739" providerId="ADAL" clId="{B9E69074-8236-41B4-A294-EE5B29733434}" dt="2023-07-21T06:00:56.519" v="4064" actId="404"/>
          <ac:spMkLst>
            <pc:docMk/>
            <pc:sldMk cId="3879494245" sldId="358"/>
            <ac:spMk id="40" creationId="{083221F8-4048-AF9F-F22C-CB58D65B2E38}"/>
          </ac:spMkLst>
        </pc:spChg>
        <pc:spChg chg="mod">
          <ac:chgData name="문 정민" userId="725e898a-b1f4-4de2-af66-12035302a739" providerId="ADAL" clId="{B9E69074-8236-41B4-A294-EE5B29733434}" dt="2023-07-21T06:00:12.136" v="4029" actId="571"/>
          <ac:spMkLst>
            <pc:docMk/>
            <pc:sldMk cId="3879494245" sldId="358"/>
            <ac:spMk id="42" creationId="{A106BE6E-E3AB-D354-76AE-7EB21E62C555}"/>
          </ac:spMkLst>
        </pc:spChg>
        <pc:spChg chg="mod">
          <ac:chgData name="문 정민" userId="725e898a-b1f4-4de2-af66-12035302a739" providerId="ADAL" clId="{B9E69074-8236-41B4-A294-EE5B29733434}" dt="2023-07-21T06:01:05.317" v="4073"/>
          <ac:spMkLst>
            <pc:docMk/>
            <pc:sldMk cId="3879494245" sldId="358"/>
            <ac:spMk id="43" creationId="{17BA9DF3-132A-38EF-DF8A-4D67D896FA4E}"/>
          </ac:spMkLst>
        </pc:spChg>
        <pc:spChg chg="mod">
          <ac:chgData name="문 정민" userId="725e898a-b1f4-4de2-af66-12035302a739" providerId="ADAL" clId="{B9E69074-8236-41B4-A294-EE5B29733434}" dt="2023-07-21T06:00:12.136" v="4029" actId="571"/>
          <ac:spMkLst>
            <pc:docMk/>
            <pc:sldMk cId="3879494245" sldId="358"/>
            <ac:spMk id="44" creationId="{012E8588-54E9-8945-82CF-171485FB229D}"/>
          </ac:spMkLst>
        </pc:spChg>
        <pc:spChg chg="mod">
          <ac:chgData name="문 정민" userId="725e898a-b1f4-4de2-af66-12035302a739" providerId="ADAL" clId="{B9E69074-8236-41B4-A294-EE5B29733434}" dt="2023-07-21T06:00:19.834" v="4030" actId="571"/>
          <ac:spMkLst>
            <pc:docMk/>
            <pc:sldMk cId="3879494245" sldId="358"/>
            <ac:spMk id="46" creationId="{FEEF7EF1-6638-1B82-56BF-F828F9894380}"/>
          </ac:spMkLst>
        </pc:spChg>
        <pc:spChg chg="mod">
          <ac:chgData name="문 정민" userId="725e898a-b1f4-4de2-af66-12035302a739" providerId="ADAL" clId="{B9E69074-8236-41B4-A294-EE5B29733434}" dt="2023-07-21T06:01:07.362" v="4079"/>
          <ac:spMkLst>
            <pc:docMk/>
            <pc:sldMk cId="3879494245" sldId="358"/>
            <ac:spMk id="47" creationId="{32B40AFB-C88B-7836-32A8-7C1E723ACCB6}"/>
          </ac:spMkLst>
        </pc:spChg>
        <pc:spChg chg="mod">
          <ac:chgData name="문 정민" userId="725e898a-b1f4-4de2-af66-12035302a739" providerId="ADAL" clId="{B9E69074-8236-41B4-A294-EE5B29733434}" dt="2023-07-21T06:00:19.834" v="4030" actId="571"/>
          <ac:spMkLst>
            <pc:docMk/>
            <pc:sldMk cId="3879494245" sldId="358"/>
            <ac:spMk id="48" creationId="{4B8AEBA7-526C-3C81-2C2F-CDB300B615F6}"/>
          </ac:spMkLst>
        </pc:spChg>
        <pc:spChg chg="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49" creationId="{2FA0F96B-2EBF-A25A-AF0F-EE9216BB475D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50" creationId="{4B8DCD72-6048-CEA4-D1ED-446820929222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52" creationId="{715CF6A1-C1CD-10DD-3988-3E6451A60349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53" creationId="{68FB258D-676B-AB6B-4424-485578CF0CAA}"/>
          </ac:spMkLst>
        </pc:spChg>
        <pc:spChg chg="mod">
          <ac:chgData name="문 정민" userId="725e898a-b1f4-4de2-af66-12035302a739" providerId="ADAL" clId="{B9E69074-8236-41B4-A294-EE5B29733434}" dt="2023-07-21T06:06:16.427" v="4157" actId="571"/>
          <ac:spMkLst>
            <pc:docMk/>
            <pc:sldMk cId="3879494245" sldId="358"/>
            <ac:spMk id="55" creationId="{B8711BB8-DEDD-032C-679A-84DDD662EF7A}"/>
          </ac:spMkLst>
        </pc:spChg>
        <pc:spChg chg="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62" creationId="{46850EA6-8E77-B899-6BF2-D00DB415FB59}"/>
          </ac:spMkLst>
        </pc:spChg>
        <pc:spChg chg="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63" creationId="{B585D0A8-A7EF-6A9C-6574-AA7A6BB2CCC2}"/>
          </ac:spMkLst>
        </pc:spChg>
        <pc:spChg chg="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026" creationId="{4C10EA0B-8669-9AC5-B802-936E6667A7C4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028" creationId="{38B26292-7770-9C61-BD9F-6FF94E705B74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033" creationId="{B900E9CC-79C1-3152-5D89-5C809BB53584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040" creationId="{781B852B-4EC5-6A89-A1B4-DFDFAD85CC96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041" creationId="{0A0451E6-63D3-933D-CA9A-6EA75CDA0882}"/>
          </ac:spMkLst>
        </pc:spChg>
        <pc:spChg chg="add del mod">
          <ac:chgData name="문 정민" userId="725e898a-b1f4-4de2-af66-12035302a739" providerId="ADAL" clId="{B9E69074-8236-41B4-A294-EE5B29733434}" dt="2023-07-21T06:09:57.870" v="4296" actId="478"/>
          <ac:spMkLst>
            <pc:docMk/>
            <pc:sldMk cId="3879494245" sldId="358"/>
            <ac:spMk id="1042" creationId="{8A10B93C-93D7-38B6-2296-488F870859E1}"/>
          </ac:spMkLst>
        </pc:spChg>
        <pc:spChg chg="add del mod">
          <ac:chgData name="문 정민" userId="725e898a-b1f4-4de2-af66-12035302a739" providerId="ADAL" clId="{B9E69074-8236-41B4-A294-EE5B29733434}" dt="2023-07-21T06:15:35.024" v="4368" actId="478"/>
          <ac:spMkLst>
            <pc:docMk/>
            <pc:sldMk cId="3879494245" sldId="358"/>
            <ac:spMk id="1047" creationId="{A4D60F9F-538B-E4EC-D213-A07B2F2E196E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50" creationId="{7AE79651-A33B-DE4B-6C51-F3811DF06116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51" creationId="{E68A904F-345F-6EDD-09CC-7E7C42AC7684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52" creationId="{5E1FD52A-8063-7D21-6492-16CF9CC30451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54" creationId="{FD6B509D-D4E2-9770-9213-8B5460C58DB0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55" creationId="{253759E1-9788-F9D9-7DBD-F0BFC5140AC7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56" creationId="{F8A9E914-1883-B774-5E54-D98FC38930CF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58" creationId="{A5C49EFA-ABB1-D2D0-0F78-BB3857000E10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59" creationId="{A217A7FF-B17D-E99D-4E4B-2673333A9281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60" creationId="{52E648E2-743D-68D9-4C36-2B4403C77E7B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62" creationId="{6B4FA1D6-9BCB-AC81-1E41-216E4ECE9E40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63" creationId="{7DFDDA99-5228-3F35-B928-083B58CB8819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64" creationId="{581377A0-F6CB-F308-1F06-7988A2E7FA73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66" creationId="{A788728A-7263-9B62-65B9-C17F52E31814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67" creationId="{8E824CB8-9A9A-A54B-2FC5-6FB0CE183530}"/>
          </ac:spMkLst>
        </pc:spChg>
        <pc:spChg chg="mod">
          <ac:chgData name="문 정민" userId="725e898a-b1f4-4de2-af66-12035302a739" providerId="ADAL" clId="{B9E69074-8236-41B4-A294-EE5B29733434}" dt="2023-07-21T06:09:42.985" v="4293" actId="571"/>
          <ac:spMkLst>
            <pc:docMk/>
            <pc:sldMk cId="3879494245" sldId="358"/>
            <ac:spMk id="1068" creationId="{AF982E62-BDA8-A474-DE3B-2F614BA3C695}"/>
          </ac:spMkLst>
        </pc:spChg>
        <pc:spChg chg="add del mod">
          <ac:chgData name="문 정민" userId="725e898a-b1f4-4de2-af66-12035302a739" providerId="ADAL" clId="{B9E69074-8236-41B4-A294-EE5B29733434}" dt="2023-07-21T06:09:49.118" v="4294" actId="478"/>
          <ac:spMkLst>
            <pc:docMk/>
            <pc:sldMk cId="3879494245" sldId="358"/>
            <ac:spMk id="1069" creationId="{B67D548F-7185-1AC4-B92B-C2AA6BD024F4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073" creationId="{E04E1A78-FEE4-D73C-4080-D9FF75A53696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075" creationId="{FD486236-DA68-8BB6-DE52-39ECFE734852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076" creationId="{E2D07B92-43F4-1786-F907-1A3DC0EE52A2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081" creationId="{969DA0F5-F50D-A307-31C9-6D972A0E91F8}"/>
          </ac:spMkLst>
        </pc:spChg>
        <pc:spChg chg="mod">
          <ac:chgData name="문 정민" userId="725e898a-b1f4-4de2-af66-12035302a739" providerId="ADAL" clId="{B9E69074-8236-41B4-A294-EE5B29733434}" dt="2023-07-21T06:17:19.523" v="4376" actId="571"/>
          <ac:spMkLst>
            <pc:docMk/>
            <pc:sldMk cId="3879494245" sldId="358"/>
            <ac:spMk id="1084" creationId="{C7FB0E82-35FF-82C0-E7F0-6E9505D7063A}"/>
          </ac:spMkLst>
        </pc:spChg>
        <pc:spChg chg="mod">
          <ac:chgData name="문 정민" userId="725e898a-b1f4-4de2-af66-12035302a739" providerId="ADAL" clId="{B9E69074-8236-41B4-A294-EE5B29733434}" dt="2023-07-21T06:20:23.511" v="4456" actId="20577"/>
          <ac:spMkLst>
            <pc:docMk/>
            <pc:sldMk cId="3879494245" sldId="358"/>
            <ac:spMk id="1085" creationId="{5D25F7A1-5920-AF9C-8997-8C59C46718AB}"/>
          </ac:spMkLst>
        </pc:spChg>
        <pc:spChg chg="del mod">
          <ac:chgData name="문 정민" userId="725e898a-b1f4-4de2-af66-12035302a739" providerId="ADAL" clId="{B9E69074-8236-41B4-A294-EE5B29733434}" dt="2023-07-21T06:18:47.348" v="4400" actId="478"/>
          <ac:spMkLst>
            <pc:docMk/>
            <pc:sldMk cId="3879494245" sldId="358"/>
            <ac:spMk id="1086" creationId="{8751FF39-6287-AA91-2084-71842B2407EC}"/>
          </ac:spMkLst>
        </pc:spChg>
        <pc:spChg chg="mod topLvl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088" creationId="{3BE001F3-C978-3382-951C-9275A9D2FD97}"/>
          </ac:spMkLst>
        </pc:spChg>
        <pc:spChg chg="del mod topLvl">
          <ac:chgData name="문 정민" userId="725e898a-b1f4-4de2-af66-12035302a739" providerId="ADAL" clId="{B9E69074-8236-41B4-A294-EE5B29733434}" dt="2023-07-21T06:19:44.665" v="4438" actId="478"/>
          <ac:spMkLst>
            <pc:docMk/>
            <pc:sldMk cId="3879494245" sldId="358"/>
            <ac:spMk id="1089" creationId="{13BCD90A-02F2-EAB7-049E-DB7CA4402ABC}"/>
          </ac:spMkLst>
        </pc:spChg>
        <pc:spChg chg="add del mod topLvl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090" creationId="{3A0386A1-C849-F14C-027B-B791D14246DF}"/>
          </ac:spMkLst>
        </pc:spChg>
        <pc:spChg chg="mod">
          <ac:chgData name="문 정민" userId="725e898a-b1f4-4de2-af66-12035302a739" providerId="ADAL" clId="{B9E69074-8236-41B4-A294-EE5B29733434}" dt="2023-07-21T06:17:19.523" v="4376" actId="571"/>
          <ac:spMkLst>
            <pc:docMk/>
            <pc:sldMk cId="3879494245" sldId="358"/>
            <ac:spMk id="1092" creationId="{DF4D1A14-3839-0961-128F-6CB3C1B51399}"/>
          </ac:spMkLst>
        </pc:spChg>
        <pc:spChg chg="mod">
          <ac:chgData name="문 정민" userId="725e898a-b1f4-4de2-af66-12035302a739" providerId="ADAL" clId="{B9E69074-8236-41B4-A294-EE5B29733434}" dt="2023-07-21T06:17:19.523" v="4376" actId="571"/>
          <ac:spMkLst>
            <pc:docMk/>
            <pc:sldMk cId="3879494245" sldId="358"/>
            <ac:spMk id="1093" creationId="{716CFAC1-AEA5-5539-ADBC-E898A75E0379}"/>
          </ac:spMkLst>
        </pc:spChg>
        <pc:spChg chg="mod">
          <ac:chgData name="문 정민" userId="725e898a-b1f4-4de2-af66-12035302a739" providerId="ADAL" clId="{B9E69074-8236-41B4-A294-EE5B29733434}" dt="2023-07-21T06:17:19.523" v="4376" actId="571"/>
          <ac:spMkLst>
            <pc:docMk/>
            <pc:sldMk cId="3879494245" sldId="358"/>
            <ac:spMk id="1094" creationId="{A775C769-4052-41D6-089E-7D1F036C2E13}"/>
          </ac:spMkLst>
        </pc:spChg>
        <pc:spChg chg="mod">
          <ac:chgData name="문 정민" userId="725e898a-b1f4-4de2-af66-12035302a739" providerId="ADAL" clId="{B9E69074-8236-41B4-A294-EE5B29733434}" dt="2023-07-21T06:17:19.523" v="4376" actId="571"/>
          <ac:spMkLst>
            <pc:docMk/>
            <pc:sldMk cId="3879494245" sldId="358"/>
            <ac:spMk id="1096" creationId="{D884A505-43CD-6523-AE14-29DF23DDCE64}"/>
          </ac:spMkLst>
        </pc:spChg>
        <pc:spChg chg="mod">
          <ac:chgData name="문 정민" userId="725e898a-b1f4-4de2-af66-12035302a739" providerId="ADAL" clId="{B9E69074-8236-41B4-A294-EE5B29733434}" dt="2023-07-21T06:17:19.523" v="4376" actId="571"/>
          <ac:spMkLst>
            <pc:docMk/>
            <pc:sldMk cId="3879494245" sldId="358"/>
            <ac:spMk id="1097" creationId="{5DA1D426-C9F8-7D4F-C209-2CD5A638B3E2}"/>
          </ac:spMkLst>
        </pc:spChg>
        <pc:spChg chg="mod">
          <ac:chgData name="문 정민" userId="725e898a-b1f4-4de2-af66-12035302a739" providerId="ADAL" clId="{B9E69074-8236-41B4-A294-EE5B29733434}" dt="2023-07-21T06:17:19.523" v="4376" actId="571"/>
          <ac:spMkLst>
            <pc:docMk/>
            <pc:sldMk cId="3879494245" sldId="358"/>
            <ac:spMk id="1098" creationId="{7DB672E6-40B8-8660-1654-D371E2A96911}"/>
          </ac:spMkLst>
        </pc:spChg>
        <pc:spChg chg="mod">
          <ac:chgData name="문 정민" userId="725e898a-b1f4-4de2-af66-12035302a739" providerId="ADAL" clId="{B9E69074-8236-41B4-A294-EE5B29733434}" dt="2023-07-21T06:17:19.523" v="4376" actId="571"/>
          <ac:spMkLst>
            <pc:docMk/>
            <pc:sldMk cId="3879494245" sldId="358"/>
            <ac:spMk id="1100" creationId="{C7EE158D-8B4E-2405-29D0-8053714AC669}"/>
          </ac:spMkLst>
        </pc:spChg>
        <pc:spChg chg="mod">
          <ac:chgData name="문 정민" userId="725e898a-b1f4-4de2-af66-12035302a739" providerId="ADAL" clId="{B9E69074-8236-41B4-A294-EE5B29733434}" dt="2023-07-21T06:17:19.523" v="4376" actId="571"/>
          <ac:spMkLst>
            <pc:docMk/>
            <pc:sldMk cId="3879494245" sldId="358"/>
            <ac:spMk id="1101" creationId="{857E0962-459D-5CE9-F4EC-29D1D064BBB9}"/>
          </ac:spMkLst>
        </pc:spChg>
        <pc:spChg chg="mod">
          <ac:chgData name="문 정민" userId="725e898a-b1f4-4de2-af66-12035302a739" providerId="ADAL" clId="{B9E69074-8236-41B4-A294-EE5B29733434}" dt="2023-07-21T06:17:19.523" v="4376" actId="571"/>
          <ac:spMkLst>
            <pc:docMk/>
            <pc:sldMk cId="3879494245" sldId="358"/>
            <ac:spMk id="1102" creationId="{0452F07E-B0FC-E29C-6D9D-4B95196ED64A}"/>
          </ac:spMkLst>
        </pc:spChg>
        <pc:spChg chg="add del mod">
          <ac:chgData name="문 정민" userId="725e898a-b1f4-4de2-af66-12035302a739" providerId="ADAL" clId="{B9E69074-8236-41B4-A294-EE5B29733434}" dt="2023-07-21T06:19:24.719" v="4435" actId="478"/>
          <ac:spMkLst>
            <pc:docMk/>
            <pc:sldMk cId="3879494245" sldId="358"/>
            <ac:spMk id="1103" creationId="{798F0B6B-F35D-8B1A-5E88-0E59EB6DC548}"/>
          </ac:spMkLst>
        </pc:spChg>
        <pc:spChg chg="add mod">
          <ac:chgData name="문 정민" userId="725e898a-b1f4-4de2-af66-12035302a739" providerId="ADAL" clId="{B9E69074-8236-41B4-A294-EE5B29733434}" dt="2023-07-21T06:21:00.502" v="4462" actId="571"/>
          <ac:spMkLst>
            <pc:docMk/>
            <pc:sldMk cId="3879494245" sldId="358"/>
            <ac:spMk id="1108" creationId="{38ACDD5E-9ECA-C089-955A-82087C87009E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115" creationId="{254E97E1-C647-6E4F-61EE-8FE4FC040E84}"/>
          </ac:spMkLst>
        </pc:spChg>
        <pc:spChg chg="add mod">
          <ac:chgData name="문 정민" userId="725e898a-b1f4-4de2-af66-12035302a739" providerId="ADAL" clId="{B9E69074-8236-41B4-A294-EE5B29733434}" dt="2023-07-21T06:23:52.654" v="4603" actId="1076"/>
          <ac:spMkLst>
            <pc:docMk/>
            <pc:sldMk cId="3879494245" sldId="358"/>
            <ac:spMk id="1117" creationId="{17A565DE-033E-66CC-A37D-2DECBA493967}"/>
          </ac:spMkLst>
        </pc:spChg>
        <pc:spChg chg="add mod">
          <ac:chgData name="문 정민" userId="725e898a-b1f4-4de2-af66-12035302a739" providerId="ADAL" clId="{B9E69074-8236-41B4-A294-EE5B29733434}" dt="2023-07-21T06:23:58.322" v="4604" actId="571"/>
          <ac:spMkLst>
            <pc:docMk/>
            <pc:sldMk cId="3879494245" sldId="358"/>
            <ac:spMk id="1120" creationId="{B2806CB9-7A5B-316C-D72B-BF77846575DE}"/>
          </ac:spMkLst>
        </pc:spChg>
        <pc:spChg chg="add mod">
          <ac:chgData name="문 정민" userId="725e898a-b1f4-4de2-af66-12035302a739" providerId="ADAL" clId="{B9E69074-8236-41B4-A294-EE5B29733434}" dt="2023-07-21T06:23:58.322" v="4604" actId="571"/>
          <ac:spMkLst>
            <pc:docMk/>
            <pc:sldMk cId="3879494245" sldId="358"/>
            <ac:spMk id="1121" creationId="{061128DE-7696-B771-7DE7-16B5A16A7083}"/>
          </ac:spMkLst>
        </pc:spChg>
        <pc:spChg chg="add mod">
          <ac:chgData name="문 정민" userId="725e898a-b1f4-4de2-af66-12035302a739" providerId="ADAL" clId="{B9E69074-8236-41B4-A294-EE5B29733434}" dt="2023-07-21T06:23:58.322" v="4604" actId="571"/>
          <ac:spMkLst>
            <pc:docMk/>
            <pc:sldMk cId="3879494245" sldId="358"/>
            <ac:spMk id="1122" creationId="{5C7CD275-EE9C-90DA-4A6A-DE49591D519A}"/>
          </ac:spMkLst>
        </pc:spChg>
        <pc:spChg chg="add mod">
          <ac:chgData name="문 정민" userId="725e898a-b1f4-4de2-af66-12035302a739" providerId="ADAL" clId="{B9E69074-8236-41B4-A294-EE5B29733434}" dt="2023-07-21T06:23:58.322" v="4604" actId="571"/>
          <ac:spMkLst>
            <pc:docMk/>
            <pc:sldMk cId="3879494245" sldId="358"/>
            <ac:spMk id="1124" creationId="{68C3F8EC-DC5E-35CD-4FF0-2813D785961C}"/>
          </ac:spMkLst>
        </pc:spChg>
        <pc:spChg chg="add del mod">
          <ac:chgData name="문 정민" userId="725e898a-b1f4-4de2-af66-12035302a739" providerId="ADAL" clId="{B9E69074-8236-41B4-A294-EE5B29733434}" dt="2023-07-21T06:24:02.504" v="4606" actId="478"/>
          <ac:spMkLst>
            <pc:docMk/>
            <pc:sldMk cId="3879494245" sldId="358"/>
            <ac:spMk id="1131" creationId="{8A34EFEC-4FE2-B4FC-CF32-685A75AC8FEF}"/>
          </ac:spMkLst>
        </pc:spChg>
        <pc:grpChg chg="add del mod">
          <ac:chgData name="문 정민" userId="725e898a-b1f4-4de2-af66-12035302a739" providerId="ADAL" clId="{B9E69074-8236-41B4-A294-EE5B29733434}" dt="2023-07-21T05:53:01.978" v="3868" actId="478"/>
          <ac:grpSpMkLst>
            <pc:docMk/>
            <pc:sldMk cId="3879494245" sldId="358"/>
            <ac:grpSpMk id="9" creationId="{4459461D-0E76-2D76-AB59-AA1194B5042C}"/>
          </ac:grpSpMkLst>
        </pc:grpChg>
        <pc:grpChg chg="add mod">
          <ac:chgData name="문 정민" userId="725e898a-b1f4-4de2-af66-12035302a739" providerId="ADAL" clId="{B9E69074-8236-41B4-A294-EE5B29733434}" dt="2023-07-21T06:23:52.654" v="4603" actId="1076"/>
          <ac:grpSpMkLst>
            <pc:docMk/>
            <pc:sldMk cId="3879494245" sldId="358"/>
            <ac:grpSpMk id="32" creationId="{4AF68E44-DFCA-4D38-0C7F-2F4C1C01D951}"/>
          </ac:grpSpMkLst>
        </pc:grpChg>
        <pc:grpChg chg="add mod">
          <ac:chgData name="문 정민" userId="725e898a-b1f4-4de2-af66-12035302a739" providerId="ADAL" clId="{B9E69074-8236-41B4-A294-EE5B29733434}" dt="2023-07-21T06:23:52.654" v="4603" actId="1076"/>
          <ac:grpSpMkLst>
            <pc:docMk/>
            <pc:sldMk cId="3879494245" sldId="358"/>
            <ac:grpSpMk id="33" creationId="{F4BDCF7D-6FB8-3C9F-8D07-465196E5D0AB}"/>
          </ac:grpSpMkLst>
        </pc:grpChg>
        <pc:grpChg chg="add mod">
          <ac:chgData name="문 정민" userId="725e898a-b1f4-4de2-af66-12035302a739" providerId="ADAL" clId="{B9E69074-8236-41B4-A294-EE5B29733434}" dt="2023-07-21T06:23:52.654" v="4603" actId="1076"/>
          <ac:grpSpMkLst>
            <pc:docMk/>
            <pc:sldMk cId="3879494245" sldId="358"/>
            <ac:grpSpMk id="37" creationId="{A33EFF40-CFE8-0971-7F44-7F8E3C25BC40}"/>
          </ac:grpSpMkLst>
        </pc:grpChg>
        <pc:grpChg chg="add mod">
          <ac:chgData name="문 정민" userId="725e898a-b1f4-4de2-af66-12035302a739" providerId="ADAL" clId="{B9E69074-8236-41B4-A294-EE5B29733434}" dt="2023-07-21T06:23:52.654" v="4603" actId="1076"/>
          <ac:grpSpMkLst>
            <pc:docMk/>
            <pc:sldMk cId="3879494245" sldId="358"/>
            <ac:grpSpMk id="41" creationId="{088952CA-CC0E-2263-EBF2-8DEE4C79E917}"/>
          </ac:grpSpMkLst>
        </pc:grpChg>
        <pc:grpChg chg="add mod">
          <ac:chgData name="문 정민" userId="725e898a-b1f4-4de2-af66-12035302a739" providerId="ADAL" clId="{B9E69074-8236-41B4-A294-EE5B29733434}" dt="2023-07-21T06:23:52.654" v="4603" actId="1076"/>
          <ac:grpSpMkLst>
            <pc:docMk/>
            <pc:sldMk cId="3879494245" sldId="358"/>
            <ac:grpSpMk id="45" creationId="{64769D3B-356A-7DA1-B210-687499032182}"/>
          </ac:grpSpMkLst>
        </pc:grpChg>
        <pc:grpChg chg="add del mod">
          <ac:chgData name="문 정민" userId="725e898a-b1f4-4de2-af66-12035302a739" providerId="ADAL" clId="{B9E69074-8236-41B4-A294-EE5B29733434}" dt="2023-07-21T06:06:35.247" v="4159" actId="478"/>
          <ac:grpSpMkLst>
            <pc:docMk/>
            <pc:sldMk cId="3879494245" sldId="358"/>
            <ac:grpSpMk id="54" creationId="{E19376FE-3039-A5B7-B161-D68952CB9BF0}"/>
          </ac:grpSpMkLst>
        </pc:grpChg>
        <pc:grpChg chg="mod">
          <ac:chgData name="문 정민" userId="725e898a-b1f4-4de2-af66-12035302a739" providerId="ADAL" clId="{B9E69074-8236-41B4-A294-EE5B29733434}" dt="2023-07-21T06:23:52.654" v="4603" actId="1076"/>
          <ac:grpSpMkLst>
            <pc:docMk/>
            <pc:sldMk cId="3879494245" sldId="358"/>
            <ac:grpSpMk id="56" creationId="{A28EB70D-FFFD-9E22-474F-80930BEEB7C1}"/>
          </ac:grpSpMkLst>
        </pc:grpChg>
        <pc:grpChg chg="add del mod">
          <ac:chgData name="문 정민" userId="725e898a-b1f4-4de2-af66-12035302a739" providerId="ADAL" clId="{B9E69074-8236-41B4-A294-EE5B29733434}" dt="2023-07-21T06:09:49.118" v="4294" actId="478"/>
          <ac:grpSpMkLst>
            <pc:docMk/>
            <pc:sldMk cId="3879494245" sldId="358"/>
            <ac:grpSpMk id="1049" creationId="{BEC4DCF4-D295-B6B5-70E2-D5648BB79A51}"/>
          </ac:grpSpMkLst>
        </pc:grpChg>
        <pc:grpChg chg="add del mod">
          <ac:chgData name="문 정민" userId="725e898a-b1f4-4de2-af66-12035302a739" providerId="ADAL" clId="{B9E69074-8236-41B4-A294-EE5B29733434}" dt="2023-07-21T06:09:49.118" v="4294" actId="478"/>
          <ac:grpSpMkLst>
            <pc:docMk/>
            <pc:sldMk cId="3879494245" sldId="358"/>
            <ac:grpSpMk id="1053" creationId="{9CCD7622-121F-81EA-39A7-1E5293EB4C98}"/>
          </ac:grpSpMkLst>
        </pc:grpChg>
        <pc:grpChg chg="add del mod">
          <ac:chgData name="문 정민" userId="725e898a-b1f4-4de2-af66-12035302a739" providerId="ADAL" clId="{B9E69074-8236-41B4-A294-EE5B29733434}" dt="2023-07-21T06:09:49.118" v="4294" actId="478"/>
          <ac:grpSpMkLst>
            <pc:docMk/>
            <pc:sldMk cId="3879494245" sldId="358"/>
            <ac:grpSpMk id="1057" creationId="{2DB0663E-3A88-533E-ECB6-481C3CB012E4}"/>
          </ac:grpSpMkLst>
        </pc:grpChg>
        <pc:grpChg chg="add del mod">
          <ac:chgData name="문 정민" userId="725e898a-b1f4-4de2-af66-12035302a739" providerId="ADAL" clId="{B9E69074-8236-41B4-A294-EE5B29733434}" dt="2023-07-21T06:09:49.118" v="4294" actId="478"/>
          <ac:grpSpMkLst>
            <pc:docMk/>
            <pc:sldMk cId="3879494245" sldId="358"/>
            <ac:grpSpMk id="1061" creationId="{5BBA735F-57EA-DBD1-2941-596B9BD26382}"/>
          </ac:grpSpMkLst>
        </pc:grpChg>
        <pc:grpChg chg="add del mod">
          <ac:chgData name="문 정민" userId="725e898a-b1f4-4de2-af66-12035302a739" providerId="ADAL" clId="{B9E69074-8236-41B4-A294-EE5B29733434}" dt="2023-07-21T06:09:49.118" v="4294" actId="478"/>
          <ac:grpSpMkLst>
            <pc:docMk/>
            <pc:sldMk cId="3879494245" sldId="358"/>
            <ac:grpSpMk id="1065" creationId="{D1D7C826-9943-DBD0-9336-0DEB62F0AACF}"/>
          </ac:grpSpMkLst>
        </pc:grpChg>
        <pc:grpChg chg="add mod">
          <ac:chgData name="문 정민" userId="725e898a-b1f4-4de2-af66-12035302a739" providerId="ADAL" clId="{B9E69074-8236-41B4-A294-EE5B29733434}" dt="2023-07-21T06:23:52.654" v="4603" actId="1076"/>
          <ac:grpSpMkLst>
            <pc:docMk/>
            <pc:sldMk cId="3879494245" sldId="358"/>
            <ac:grpSpMk id="1083" creationId="{EECC803E-4945-8A43-4387-AF21038CD566}"/>
          </ac:grpSpMkLst>
        </pc:grpChg>
        <pc:grpChg chg="add del mod">
          <ac:chgData name="문 정민" userId="725e898a-b1f4-4de2-af66-12035302a739" providerId="ADAL" clId="{B9E69074-8236-41B4-A294-EE5B29733434}" dt="2023-07-21T06:19:12.595" v="4432" actId="165"/>
          <ac:grpSpMkLst>
            <pc:docMk/>
            <pc:sldMk cId="3879494245" sldId="358"/>
            <ac:grpSpMk id="1087" creationId="{E1CE3D37-B5F4-4329-5346-538F88827F0C}"/>
          </ac:grpSpMkLst>
        </pc:grpChg>
        <pc:grpChg chg="add del mod">
          <ac:chgData name="문 정민" userId="725e898a-b1f4-4de2-af66-12035302a739" providerId="ADAL" clId="{B9E69074-8236-41B4-A294-EE5B29733434}" dt="2023-07-21T06:19:10.163" v="4429" actId="478"/>
          <ac:grpSpMkLst>
            <pc:docMk/>
            <pc:sldMk cId="3879494245" sldId="358"/>
            <ac:grpSpMk id="1091" creationId="{A2857EC7-80FD-7492-26A7-416FA014E413}"/>
          </ac:grpSpMkLst>
        </pc:grpChg>
        <pc:grpChg chg="add del mod">
          <ac:chgData name="문 정민" userId="725e898a-b1f4-4de2-af66-12035302a739" providerId="ADAL" clId="{B9E69074-8236-41B4-A294-EE5B29733434}" dt="2023-07-21T06:19:10.577" v="4430" actId="478"/>
          <ac:grpSpMkLst>
            <pc:docMk/>
            <pc:sldMk cId="3879494245" sldId="358"/>
            <ac:grpSpMk id="1095" creationId="{1ECA7A08-35CB-4406-7254-5A535C1FE62E}"/>
          </ac:grpSpMkLst>
        </pc:grpChg>
        <pc:grpChg chg="add del mod">
          <ac:chgData name="문 정민" userId="725e898a-b1f4-4de2-af66-12035302a739" providerId="ADAL" clId="{B9E69074-8236-41B4-A294-EE5B29733434}" dt="2023-07-21T06:19:11.120" v="4431" actId="478"/>
          <ac:grpSpMkLst>
            <pc:docMk/>
            <pc:sldMk cId="3879494245" sldId="358"/>
            <ac:grpSpMk id="1099" creationId="{BF4744BD-DA8C-F5DB-38C6-619E82ED522D}"/>
          </ac:grpSpMkLst>
        </pc:grpChg>
        <pc:graphicFrameChg chg="add del mod ord modGraphic">
          <ac:chgData name="문 정민" userId="725e898a-b1f4-4de2-af66-12035302a739" providerId="ADAL" clId="{B9E69074-8236-41B4-A294-EE5B29733434}" dt="2023-07-21T05:56:46.660" v="3931" actId="478"/>
          <ac:graphicFrameMkLst>
            <pc:docMk/>
            <pc:sldMk cId="3879494245" sldId="358"/>
            <ac:graphicFrameMk id="14" creationId="{71BFBDA7-2CA1-60A0-19EB-D6CC48153769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6:02:14.896" v="4081" actId="478"/>
          <ac:graphicFrameMkLst>
            <pc:docMk/>
            <pc:sldMk cId="3879494245" sldId="358"/>
            <ac:graphicFrameMk id="20" creationId="{782DA831-281C-6C8D-38CA-D2AA9027E9B8}"/>
          </ac:graphicFrameMkLst>
        </pc:graphicFrameChg>
        <pc:graphicFrameChg chg="mod">
          <ac:chgData name="문 정민" userId="725e898a-b1f4-4de2-af66-12035302a739" providerId="ADAL" clId="{B9E69074-8236-41B4-A294-EE5B29733434}" dt="2023-07-21T06:23:52.654" v="4603" actId="1076"/>
          <ac:graphicFrameMkLst>
            <pc:docMk/>
            <pc:sldMk cId="3879494245" sldId="358"/>
            <ac:graphicFrameMk id="1024" creationId="{717B5688-BA83-AB0E-63B2-79A5F590525B}"/>
          </ac:graphicFrameMkLst>
        </pc:graphicFrameChg>
        <pc:graphicFrameChg chg="mod">
          <ac:chgData name="문 정민" userId="725e898a-b1f4-4de2-af66-12035302a739" providerId="ADAL" clId="{B9E69074-8236-41B4-A294-EE5B29733434}" dt="2023-07-21T06:23:52.654" v="4603" actId="1076"/>
          <ac:graphicFrameMkLst>
            <pc:docMk/>
            <pc:sldMk cId="3879494245" sldId="358"/>
            <ac:graphicFrameMk id="1025" creationId="{33EC0289-23C1-BD43-D545-A14312761F6B}"/>
          </ac:graphicFrameMkLst>
        </pc:graphicFrameChg>
        <pc:graphicFrameChg chg="add mod">
          <ac:chgData name="문 정민" userId="725e898a-b1f4-4de2-af66-12035302a739" providerId="ADAL" clId="{B9E69074-8236-41B4-A294-EE5B29733434}" dt="2023-07-21T06:23:52.654" v="4603" actId="1076"/>
          <ac:graphicFrameMkLst>
            <pc:docMk/>
            <pc:sldMk cId="3879494245" sldId="358"/>
            <ac:graphicFrameMk id="1032" creationId="{45F4BE28-B033-116E-426D-28C502C21B22}"/>
          </ac:graphicFrameMkLst>
        </pc:graphicFrameChg>
        <pc:graphicFrameChg chg="add del mod modGraphic">
          <ac:chgData name="문 정민" userId="725e898a-b1f4-4de2-af66-12035302a739" providerId="ADAL" clId="{B9E69074-8236-41B4-A294-EE5B29733434}" dt="2023-07-21T06:23:52.654" v="4603" actId="1076"/>
          <ac:graphicFrameMkLst>
            <pc:docMk/>
            <pc:sldMk cId="3879494245" sldId="358"/>
            <ac:graphicFrameMk id="1034" creationId="{41265BA9-5F84-0279-8F88-541517C0394B}"/>
          </ac:graphicFrameMkLst>
        </pc:graphicFrameChg>
        <pc:graphicFrameChg chg="add mod ord modGraphic">
          <ac:chgData name="문 정민" userId="725e898a-b1f4-4de2-af66-12035302a739" providerId="ADAL" clId="{B9E69074-8236-41B4-A294-EE5B29733434}" dt="2023-07-21T06:25:16.017" v="4621" actId="207"/>
          <ac:graphicFrameMkLst>
            <pc:docMk/>
            <pc:sldMk cId="3879494245" sldId="358"/>
            <ac:graphicFrameMk id="1119" creationId="{C8AE20EC-4543-5B70-B861-F32864200359}"/>
          </ac:graphicFrameMkLst>
        </pc:graphicFrameChg>
        <pc:graphicFrameChg chg="add mod">
          <ac:chgData name="문 정민" userId="725e898a-b1f4-4de2-af66-12035302a739" providerId="ADAL" clId="{B9E69074-8236-41B4-A294-EE5B29733434}" dt="2023-07-21T06:23:58.322" v="4604" actId="571"/>
          <ac:graphicFrameMkLst>
            <pc:docMk/>
            <pc:sldMk cId="3879494245" sldId="358"/>
            <ac:graphicFrameMk id="1123" creationId="{02C3DE57-2D4D-C631-7DA4-3E97F33C6F17}"/>
          </ac:graphicFrameMkLst>
        </pc:graphicFrameChg>
        <pc:graphicFrameChg chg="add del mod">
          <ac:chgData name="문 정민" userId="725e898a-b1f4-4de2-af66-12035302a739" providerId="ADAL" clId="{B9E69074-8236-41B4-A294-EE5B29733434}" dt="2023-07-21T06:24:22.973" v="4607" actId="478"/>
          <ac:graphicFrameMkLst>
            <pc:docMk/>
            <pc:sldMk cId="3879494245" sldId="358"/>
            <ac:graphicFrameMk id="1125" creationId="{82E2C24D-4B78-3EE7-6671-C86B611E84DE}"/>
          </ac:graphicFrameMkLst>
        </pc:graphicFrame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6" creationId="{6F4EA669-5279-E62B-6894-8067E4A2FB28}"/>
          </ac:picMkLst>
        </pc:picChg>
        <pc:picChg chg="mod">
          <ac:chgData name="문 정민" userId="725e898a-b1f4-4de2-af66-12035302a739" providerId="ADAL" clId="{B9E69074-8236-41B4-A294-EE5B29733434}" dt="2023-07-21T05:52:58.310" v="3867" actId="571"/>
          <ac:picMkLst>
            <pc:docMk/>
            <pc:sldMk cId="3879494245" sldId="358"/>
            <ac:picMk id="11" creationId="{607C5EEE-B092-CC13-3833-1AC73C125A0C}"/>
          </ac:picMkLst>
        </pc:picChg>
        <pc:picChg chg="mod">
          <ac:chgData name="문 정민" userId="725e898a-b1f4-4de2-af66-12035302a739" providerId="ADAL" clId="{B9E69074-8236-41B4-A294-EE5B29733434}" dt="2023-07-21T05:52:58.310" v="3867" actId="571"/>
          <ac:picMkLst>
            <pc:docMk/>
            <pc:sldMk cId="3879494245" sldId="358"/>
            <ac:picMk id="12" creationId="{A667D791-278D-0DA5-F2D5-458B1D0AE71F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21" creationId="{D798C56D-938F-9E04-005A-BDDA3E563EEB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22" creationId="{B34B37C0-A97D-2DF3-A24F-584A3D33564B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23" creationId="{72628039-483C-7291-87E4-A8AD48A48F5A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24" creationId="{5D99B54B-A217-9E6D-60E7-6E0A5B23D8AE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27" creationId="{01A2D0BC-1BC1-72EE-A500-332EFCA77730}"/>
          </ac:picMkLst>
        </pc:picChg>
        <pc:picChg chg="add del mod">
          <ac:chgData name="문 정민" userId="725e898a-b1f4-4de2-af66-12035302a739" providerId="ADAL" clId="{B9E69074-8236-41B4-A294-EE5B29733434}" dt="2023-07-21T06:06:18.873" v="4158" actId="478"/>
          <ac:picMkLst>
            <pc:docMk/>
            <pc:sldMk cId="3879494245" sldId="358"/>
            <ac:picMk id="51" creationId="{A41F49DA-97D4-95C6-AFC9-EAA781DFDAF9}"/>
          </ac:picMkLst>
        </pc:picChg>
        <pc:picChg chg="mod">
          <ac:chgData name="문 정민" userId="725e898a-b1f4-4de2-af66-12035302a739" providerId="ADAL" clId="{B9E69074-8236-41B4-A294-EE5B29733434}" dt="2023-07-21T06:06:16.427" v="4157" actId="571"/>
          <ac:picMkLst>
            <pc:docMk/>
            <pc:sldMk cId="3879494245" sldId="358"/>
            <ac:picMk id="60" creationId="{D2873275-DA6B-9D38-B5C4-1B8F0B5D1605}"/>
          </ac:picMkLst>
        </pc:picChg>
        <pc:picChg chg="mod">
          <ac:chgData name="문 정민" userId="725e898a-b1f4-4de2-af66-12035302a739" providerId="ADAL" clId="{B9E69074-8236-41B4-A294-EE5B29733434}" dt="2023-07-21T06:06:16.427" v="4157" actId="571"/>
          <ac:picMkLst>
            <pc:docMk/>
            <pc:sldMk cId="3879494245" sldId="358"/>
            <ac:picMk id="61" creationId="{9D6C448A-86C2-D91B-F61A-5DAE63BF1A3B}"/>
          </ac:picMkLst>
        </pc:picChg>
        <pc:picChg chg="del">
          <ac:chgData name="문 정민" userId="725e898a-b1f4-4de2-af66-12035302a739" providerId="ADAL" clId="{B9E69074-8236-41B4-A294-EE5B29733434}" dt="2023-07-21T05:52:31.323" v="3866" actId="478"/>
          <ac:picMkLst>
            <pc:docMk/>
            <pc:sldMk cId="3879494245" sldId="358"/>
            <ac:picMk id="1027" creationId="{939EDB2F-B38D-4652-7C7E-3DE8EF10E9D4}"/>
          </ac:picMkLst>
        </pc:picChg>
        <pc:picChg chg="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29" creationId="{6C5136DD-EE7F-E723-25B8-9D61F193D0D2}"/>
          </ac:picMkLst>
        </pc:picChg>
        <pc:picChg chg="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30" creationId="{4BA46DC2-F936-4438-91B6-3EA990ADAC63}"/>
          </ac:picMkLst>
        </pc:picChg>
        <pc:picChg chg="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31" creationId="{12789476-5B93-DDE1-9125-D775AE48FD36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35" creationId="{F237A0BB-D4C1-0DB2-434E-FFA7C1927612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36" creationId="{27BA5947-B6BF-6BA5-9CBC-B05F93039DCF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37" creationId="{DA1BF1A5-82B0-E158-E598-CAE839B84FB4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38" creationId="{D12F41FA-2837-0C24-C6E7-66F891FE49DF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39" creationId="{E6A36220-2EA4-74F5-1F88-7B3AA5A693F6}"/>
          </ac:picMkLst>
        </pc:picChg>
        <pc:picChg chg="add del mod">
          <ac:chgData name="문 정민" userId="725e898a-b1f4-4de2-af66-12035302a739" providerId="ADAL" clId="{B9E69074-8236-41B4-A294-EE5B29733434}" dt="2023-07-21T06:09:49.118" v="4294" actId="478"/>
          <ac:picMkLst>
            <pc:docMk/>
            <pc:sldMk cId="3879494245" sldId="358"/>
            <ac:picMk id="1043" creationId="{168F346C-84B9-68F5-6A1F-10F2EDA2DE70}"/>
          </ac:picMkLst>
        </pc:picChg>
        <pc:picChg chg="add del mod">
          <ac:chgData name="문 정민" userId="725e898a-b1f4-4de2-af66-12035302a739" providerId="ADAL" clId="{B9E69074-8236-41B4-A294-EE5B29733434}" dt="2023-07-21T06:09:49.118" v="4294" actId="478"/>
          <ac:picMkLst>
            <pc:docMk/>
            <pc:sldMk cId="3879494245" sldId="358"/>
            <ac:picMk id="1044" creationId="{D77B0FCB-12B4-917A-99FF-34DCA63B714D}"/>
          </ac:picMkLst>
        </pc:picChg>
        <pc:picChg chg="add del mod">
          <ac:chgData name="문 정민" userId="725e898a-b1f4-4de2-af66-12035302a739" providerId="ADAL" clId="{B9E69074-8236-41B4-A294-EE5B29733434}" dt="2023-07-21T06:09:49.118" v="4294" actId="478"/>
          <ac:picMkLst>
            <pc:docMk/>
            <pc:sldMk cId="3879494245" sldId="358"/>
            <ac:picMk id="1045" creationId="{F676FA17-9108-7062-04B3-C28EC267B023}"/>
          </ac:picMkLst>
        </pc:picChg>
        <pc:picChg chg="add del mod">
          <ac:chgData name="문 정민" userId="725e898a-b1f4-4de2-af66-12035302a739" providerId="ADAL" clId="{B9E69074-8236-41B4-A294-EE5B29733434}" dt="2023-07-21T06:09:49.118" v="4294" actId="478"/>
          <ac:picMkLst>
            <pc:docMk/>
            <pc:sldMk cId="3879494245" sldId="358"/>
            <ac:picMk id="1046" creationId="{52C86B95-0FC7-2234-9315-CB1A8BA9AC41}"/>
          </ac:picMkLst>
        </pc:picChg>
        <pc:picChg chg="add del mod">
          <ac:chgData name="문 정민" userId="725e898a-b1f4-4de2-af66-12035302a739" providerId="ADAL" clId="{B9E69074-8236-41B4-A294-EE5B29733434}" dt="2023-07-21T06:09:49.118" v="4294" actId="478"/>
          <ac:picMkLst>
            <pc:docMk/>
            <pc:sldMk cId="3879494245" sldId="358"/>
            <ac:picMk id="1048" creationId="{5581DEFC-E690-1F6E-0A7E-374B7A1A7721}"/>
          </ac:picMkLst>
        </pc:picChg>
        <pc:picChg chg="add del mod">
          <ac:chgData name="문 정민" userId="725e898a-b1f4-4de2-af66-12035302a739" providerId="ADAL" clId="{B9E69074-8236-41B4-A294-EE5B29733434}" dt="2023-07-21T06:13:52.190" v="4322" actId="478"/>
          <ac:picMkLst>
            <pc:docMk/>
            <pc:sldMk cId="3879494245" sldId="358"/>
            <ac:picMk id="1071" creationId="{24008CF0-2A34-EEB3-6F9D-715F6742BDD2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72" creationId="{6785C6D3-D209-B32A-675A-F12D787334B5}"/>
          </ac:picMkLst>
        </pc:picChg>
        <pc:picChg chg="add del mod">
          <ac:chgData name="문 정민" userId="725e898a-b1f4-4de2-af66-12035302a739" providerId="ADAL" clId="{B9E69074-8236-41B4-A294-EE5B29733434}" dt="2023-07-21T06:17:57.971" v="4399" actId="478"/>
          <ac:picMkLst>
            <pc:docMk/>
            <pc:sldMk cId="3879494245" sldId="358"/>
            <ac:picMk id="1074" creationId="{2FA13467-38C8-7C8B-E9BD-93486B04D922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77" creationId="{1F02C4AE-3342-76B3-D83D-380B0E20DD5C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78" creationId="{F7A45248-0EB7-8100-C450-9EA335F44D7B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79" creationId="{CE88145B-638D-945E-5DC2-CE8FAA728E8D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080" creationId="{4CF4E4F3-7F29-F878-88B2-AA7022CA5F9E}"/>
          </ac:picMkLst>
        </pc:picChg>
        <pc:picChg chg="add del mod">
          <ac:chgData name="문 정민" userId="725e898a-b1f4-4de2-af66-12035302a739" providerId="ADAL" clId="{B9E69074-8236-41B4-A294-EE5B29733434}" dt="2023-07-21T06:17:53.400" v="4397" actId="478"/>
          <ac:picMkLst>
            <pc:docMk/>
            <pc:sldMk cId="3879494245" sldId="358"/>
            <ac:picMk id="1082" creationId="{76742C31-76A2-ADFE-3383-0B45EBC579AE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104" creationId="{959ABA38-326E-80D2-F1A1-A1AF256AD181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105" creationId="{2A2092A2-AB39-B299-836C-CB683A8D5E0B}"/>
          </ac:picMkLst>
        </pc:picChg>
        <pc:picChg chg="add mod">
          <ac:chgData name="문 정민" userId="725e898a-b1f4-4de2-af66-12035302a739" providerId="ADAL" clId="{B9E69074-8236-41B4-A294-EE5B29733434}" dt="2023-07-21T06:23:52.654" v="4603" actId="1076"/>
          <ac:picMkLst>
            <pc:docMk/>
            <pc:sldMk cId="3879494245" sldId="358"/>
            <ac:picMk id="1106" creationId="{0B2EC2A5-B47D-FD76-3CF8-8D036E192459}"/>
          </ac:picMkLst>
        </pc:picChg>
        <pc:picChg chg="add del mod">
          <ac:chgData name="문 정민" userId="725e898a-b1f4-4de2-af66-12035302a739" providerId="ADAL" clId="{B9E69074-8236-41B4-A294-EE5B29733434}" dt="2023-07-21T06:20:25.883" v="4459"/>
          <ac:picMkLst>
            <pc:docMk/>
            <pc:sldMk cId="3879494245" sldId="358"/>
            <ac:picMk id="1107" creationId="{8BF0784B-8AE1-CA31-0E05-970B7100EAF2}"/>
          </ac:picMkLst>
        </pc:picChg>
        <pc:picChg chg="add mod">
          <ac:chgData name="문 정민" userId="725e898a-b1f4-4de2-af66-12035302a739" providerId="ADAL" clId="{B9E69074-8236-41B4-A294-EE5B29733434}" dt="2023-07-21T06:23:58.322" v="4604" actId="571"/>
          <ac:picMkLst>
            <pc:docMk/>
            <pc:sldMk cId="3879494245" sldId="358"/>
            <ac:picMk id="1126" creationId="{C7BB16F2-7B15-AE04-3735-258517151CC3}"/>
          </ac:picMkLst>
        </pc:picChg>
        <pc:picChg chg="add mod">
          <ac:chgData name="문 정민" userId="725e898a-b1f4-4de2-af66-12035302a739" providerId="ADAL" clId="{B9E69074-8236-41B4-A294-EE5B29733434}" dt="2023-07-21T06:23:58.322" v="4604" actId="571"/>
          <ac:picMkLst>
            <pc:docMk/>
            <pc:sldMk cId="3879494245" sldId="358"/>
            <ac:picMk id="1127" creationId="{27E0D1B3-4A91-282B-008A-0D63E8EEB005}"/>
          </ac:picMkLst>
        </pc:picChg>
        <pc:picChg chg="add mod">
          <ac:chgData name="문 정민" userId="725e898a-b1f4-4de2-af66-12035302a739" providerId="ADAL" clId="{B9E69074-8236-41B4-A294-EE5B29733434}" dt="2023-07-21T06:23:58.322" v="4604" actId="571"/>
          <ac:picMkLst>
            <pc:docMk/>
            <pc:sldMk cId="3879494245" sldId="358"/>
            <ac:picMk id="1128" creationId="{8A15B79C-B737-AAF6-0A91-7820F9FFEE48}"/>
          </ac:picMkLst>
        </pc:picChg>
        <pc:picChg chg="add mod">
          <ac:chgData name="문 정민" userId="725e898a-b1f4-4de2-af66-12035302a739" providerId="ADAL" clId="{B9E69074-8236-41B4-A294-EE5B29733434}" dt="2023-07-21T06:23:58.322" v="4604" actId="571"/>
          <ac:picMkLst>
            <pc:docMk/>
            <pc:sldMk cId="3879494245" sldId="358"/>
            <ac:picMk id="1129" creationId="{A4D147F4-0ABC-D691-5F7B-EA704B9F3996}"/>
          </ac:picMkLst>
        </pc:picChg>
        <pc:picChg chg="add del mod">
          <ac:chgData name="문 정민" userId="725e898a-b1f4-4de2-af66-12035302a739" providerId="ADAL" clId="{B9E69074-8236-41B4-A294-EE5B29733434}" dt="2023-07-21T06:24:01.708" v="4605" actId="478"/>
          <ac:picMkLst>
            <pc:docMk/>
            <pc:sldMk cId="3879494245" sldId="358"/>
            <ac:picMk id="1130" creationId="{9322788E-9B1A-EB22-7556-142A397FCA2C}"/>
          </ac:picMkLst>
        </pc:picChg>
        <pc:picChg chg="add mod">
          <ac:chgData name="문 정민" userId="725e898a-b1f4-4de2-af66-12035302a739" providerId="ADAL" clId="{B9E69074-8236-41B4-A294-EE5B29733434}" dt="2023-07-21T06:23:58.322" v="4604" actId="571"/>
          <ac:picMkLst>
            <pc:docMk/>
            <pc:sldMk cId="3879494245" sldId="358"/>
            <ac:picMk id="1132" creationId="{02267EB3-62AE-FAB1-CFF3-DCB66A25AF31}"/>
          </ac:picMkLst>
        </pc:picChg>
        <pc:cxnChg chg="add del mod">
          <ac:chgData name="문 정민" userId="725e898a-b1f4-4de2-af66-12035302a739" providerId="ADAL" clId="{B9E69074-8236-41B4-A294-EE5B29733434}" dt="2023-07-21T05:58:54.849" v="4009" actId="478"/>
          <ac:cxnSpMkLst>
            <pc:docMk/>
            <pc:sldMk cId="3879494245" sldId="358"/>
            <ac:cxnSpMk id="30" creationId="{CED4FE7E-75A9-A7C2-26A4-163DE9C34DD8}"/>
          </ac:cxnSpMkLst>
        </pc:cxnChg>
        <pc:cxnChg chg="add mod">
          <ac:chgData name="문 정민" userId="725e898a-b1f4-4de2-af66-12035302a739" providerId="ADAL" clId="{B9E69074-8236-41B4-A294-EE5B29733434}" dt="2023-07-21T06:23:52.654" v="4603" actId="1076"/>
          <ac:cxnSpMkLst>
            <pc:docMk/>
            <pc:sldMk cId="3879494245" sldId="358"/>
            <ac:cxnSpMk id="1110" creationId="{8677599A-BF5C-B9FB-D192-5B8E57806AFE}"/>
          </ac:cxnSpMkLst>
        </pc:cxnChg>
        <pc:cxnChg chg="add mod">
          <ac:chgData name="문 정민" userId="725e898a-b1f4-4de2-af66-12035302a739" providerId="ADAL" clId="{B9E69074-8236-41B4-A294-EE5B29733434}" dt="2023-07-21T06:23:52.654" v="4603" actId="1076"/>
          <ac:cxnSpMkLst>
            <pc:docMk/>
            <pc:sldMk cId="3879494245" sldId="358"/>
            <ac:cxnSpMk id="1116" creationId="{9D631B37-6050-E3A8-324E-872C408546D3}"/>
          </ac:cxnSpMkLst>
        </pc:cxnChg>
        <pc:cxnChg chg="add mod">
          <ac:chgData name="문 정민" userId="725e898a-b1f4-4de2-af66-12035302a739" providerId="ADAL" clId="{B9E69074-8236-41B4-A294-EE5B29733434}" dt="2023-07-21T06:23:52.654" v="4603" actId="1076"/>
          <ac:cxnSpMkLst>
            <pc:docMk/>
            <pc:sldMk cId="3879494245" sldId="358"/>
            <ac:cxnSpMk id="1118" creationId="{E02C620F-07B3-4AE1-1300-E8E91B6C1CC8}"/>
          </ac:cxnSpMkLst>
        </pc:cxnChg>
      </pc:sldChg>
    </pc:docChg>
  </pc:docChgLst>
  <pc:docChgLst>
    <pc:chgData name="이 창호" userId="92ba24a7-d58e-4179-98a0-3ca16608bcac" providerId="ADAL" clId="{A772926F-755D-4BCD-949A-64035BCD649F}"/>
    <pc:docChg chg="undo redo custSel addSld delSld modSld sldOrd">
      <pc:chgData name="이 창호" userId="92ba24a7-d58e-4179-98a0-3ca16608bcac" providerId="ADAL" clId="{A772926F-755D-4BCD-949A-64035BCD649F}" dt="2023-04-21T06:25:20.100" v="1260" actId="20577"/>
      <pc:docMkLst>
        <pc:docMk/>
      </pc:docMkLst>
      <pc:sldChg chg="modSp mod">
        <pc:chgData name="이 창호" userId="92ba24a7-d58e-4179-98a0-3ca16608bcac" providerId="ADAL" clId="{A772926F-755D-4BCD-949A-64035BCD649F}" dt="2023-04-21T06:24:31.600" v="1256" actId="1076"/>
        <pc:sldMkLst>
          <pc:docMk/>
          <pc:sldMk cId="3214176974" sldId="258"/>
        </pc:sldMkLst>
        <pc:spChg chg="mod">
          <ac:chgData name="이 창호" userId="92ba24a7-d58e-4179-98a0-3ca16608bcac" providerId="ADAL" clId="{A772926F-755D-4BCD-949A-64035BCD649F}" dt="2023-04-21T06:24:19.646" v="1255" actId="20577"/>
          <ac:spMkLst>
            <pc:docMk/>
            <pc:sldMk cId="3214176974" sldId="258"/>
            <ac:spMk id="9" creationId="{C8360047-C5EE-8163-65D6-B6B4267CB6B9}"/>
          </ac:spMkLst>
        </pc:spChg>
        <pc:grpChg chg="mod">
          <ac:chgData name="이 창호" userId="92ba24a7-d58e-4179-98a0-3ca16608bcac" providerId="ADAL" clId="{A772926F-755D-4BCD-949A-64035BCD649F}" dt="2023-04-13T11:34:57.020" v="67" actId="1076"/>
          <ac:grpSpMkLst>
            <pc:docMk/>
            <pc:sldMk cId="3214176974" sldId="258"/>
            <ac:grpSpMk id="44" creationId="{4ED01416-4FE0-8DD1-BC7E-5CF39E170B51}"/>
          </ac:grpSpMkLst>
        </pc:grpChg>
        <pc:cxnChg chg="mod">
          <ac:chgData name="이 창호" userId="92ba24a7-d58e-4179-98a0-3ca16608bcac" providerId="ADAL" clId="{A772926F-755D-4BCD-949A-64035BCD649F}" dt="2023-04-21T06:24:31.600" v="1256" actId="1076"/>
          <ac:cxnSpMkLst>
            <pc:docMk/>
            <pc:sldMk cId="3214176974" sldId="258"/>
            <ac:cxnSpMk id="19" creationId="{9F4341E1-F939-4EFE-91F7-52BB08702B3A}"/>
          </ac:cxnSpMkLst>
        </pc:cxnChg>
      </pc:sldChg>
      <pc:sldChg chg="addSp delSp modSp mod">
        <pc:chgData name="이 창호" userId="92ba24a7-d58e-4179-98a0-3ca16608bcac" providerId="ADAL" clId="{A772926F-755D-4BCD-949A-64035BCD649F}" dt="2023-04-13T12:15:54.120" v="838" actId="1076"/>
        <pc:sldMkLst>
          <pc:docMk/>
          <pc:sldMk cId="4161198229" sldId="260"/>
        </pc:sldMkLst>
        <pc:spChg chg="mod">
          <ac:chgData name="이 창호" userId="92ba24a7-d58e-4179-98a0-3ca16608bcac" providerId="ADAL" clId="{A772926F-755D-4BCD-949A-64035BCD649F}" dt="2023-04-13T12:15:54.120" v="838" actId="1076"/>
          <ac:spMkLst>
            <pc:docMk/>
            <pc:sldMk cId="4161198229" sldId="260"/>
            <ac:spMk id="11" creationId="{9F78394D-6435-A155-E4F6-37E8483976CE}"/>
          </ac:spMkLst>
        </pc:spChg>
        <pc:spChg chg="mod">
          <ac:chgData name="이 창호" userId="92ba24a7-d58e-4179-98a0-3ca16608bcac" providerId="ADAL" clId="{A772926F-755D-4BCD-949A-64035BCD649F}" dt="2023-04-13T12:15:54.120" v="838" actId="1076"/>
          <ac:spMkLst>
            <pc:docMk/>
            <pc:sldMk cId="4161198229" sldId="260"/>
            <ac:spMk id="24" creationId="{351990ED-5CDD-009F-F2F9-EED827B15B2C}"/>
          </ac:spMkLst>
        </pc:spChg>
        <pc:spChg chg="mod">
          <ac:chgData name="이 창호" userId="92ba24a7-d58e-4179-98a0-3ca16608bcac" providerId="ADAL" clId="{A772926F-755D-4BCD-949A-64035BCD649F}" dt="2023-04-13T12:15:54.120" v="838" actId="1076"/>
          <ac:spMkLst>
            <pc:docMk/>
            <pc:sldMk cId="4161198229" sldId="260"/>
            <ac:spMk id="26" creationId="{18BB78FE-499D-E272-9ADF-F568F6427364}"/>
          </ac:spMkLst>
        </pc:spChg>
        <pc:spChg chg="mod">
          <ac:chgData name="이 창호" userId="92ba24a7-d58e-4179-98a0-3ca16608bcac" providerId="ADAL" clId="{A772926F-755D-4BCD-949A-64035BCD649F}" dt="2023-04-13T12:15:54.120" v="838" actId="1076"/>
          <ac:spMkLst>
            <pc:docMk/>
            <pc:sldMk cId="4161198229" sldId="260"/>
            <ac:spMk id="27" creationId="{5C6AFA89-5042-70EB-68A4-8543E580DA0D}"/>
          </ac:spMkLst>
        </pc:spChg>
        <pc:spChg chg="mod">
          <ac:chgData name="이 창호" userId="92ba24a7-d58e-4179-98a0-3ca16608bcac" providerId="ADAL" clId="{A772926F-755D-4BCD-949A-64035BCD649F}" dt="2023-04-13T12:15:54.120" v="838" actId="1076"/>
          <ac:spMkLst>
            <pc:docMk/>
            <pc:sldMk cId="4161198229" sldId="260"/>
            <ac:spMk id="28" creationId="{15A06BBB-FCC9-A9B5-005E-0E3A7FAA42B6}"/>
          </ac:spMkLst>
        </pc:spChg>
        <pc:spChg chg="mod">
          <ac:chgData name="이 창호" userId="92ba24a7-d58e-4179-98a0-3ca16608bcac" providerId="ADAL" clId="{A772926F-755D-4BCD-949A-64035BCD649F}" dt="2023-04-13T12:15:54.120" v="838" actId="1076"/>
          <ac:spMkLst>
            <pc:docMk/>
            <pc:sldMk cId="4161198229" sldId="260"/>
            <ac:spMk id="29" creationId="{0FCCF9CF-21AF-CDC6-128A-0D73EA038ED8}"/>
          </ac:spMkLst>
        </pc:spChg>
        <pc:grpChg chg="add mod">
          <ac:chgData name="이 창호" userId="92ba24a7-d58e-4179-98a0-3ca16608bcac" providerId="ADAL" clId="{A772926F-755D-4BCD-949A-64035BCD649F}" dt="2023-04-13T12:15:54.120" v="838" actId="1076"/>
          <ac:grpSpMkLst>
            <pc:docMk/>
            <pc:sldMk cId="4161198229" sldId="260"/>
            <ac:grpSpMk id="4" creationId="{832DCE8C-5DF9-DFB4-BF1F-70BB5F37CE9D}"/>
          </ac:grpSpMkLst>
        </pc:grpChg>
        <pc:grpChg chg="add mod">
          <ac:chgData name="이 창호" userId="92ba24a7-d58e-4179-98a0-3ca16608bcac" providerId="ADAL" clId="{A772926F-755D-4BCD-949A-64035BCD649F}" dt="2023-04-13T12:15:54.120" v="838" actId="1076"/>
          <ac:grpSpMkLst>
            <pc:docMk/>
            <pc:sldMk cId="4161198229" sldId="260"/>
            <ac:grpSpMk id="5" creationId="{7DEC5DF1-1A58-5A86-5C2C-E12136D8B8BA}"/>
          </ac:grpSpMkLst>
        </pc:grpChg>
        <pc:grpChg chg="add mod">
          <ac:chgData name="이 창호" userId="92ba24a7-d58e-4179-98a0-3ca16608bcac" providerId="ADAL" clId="{A772926F-755D-4BCD-949A-64035BCD649F}" dt="2023-04-13T12:15:54.120" v="838" actId="1076"/>
          <ac:grpSpMkLst>
            <pc:docMk/>
            <pc:sldMk cId="4161198229" sldId="260"/>
            <ac:grpSpMk id="6" creationId="{E95CB0E0-8923-D86D-CF93-9FEA22412C16}"/>
          </ac:grpSpMkLst>
        </pc:grpChg>
        <pc:grpChg chg="add del mod">
          <ac:chgData name="이 창호" userId="92ba24a7-d58e-4179-98a0-3ca16608bcac" providerId="ADAL" clId="{A772926F-755D-4BCD-949A-64035BCD649F}" dt="2023-04-13T11:54:05.227" v="507" actId="21"/>
          <ac:grpSpMkLst>
            <pc:docMk/>
            <pc:sldMk cId="4161198229" sldId="260"/>
            <ac:grpSpMk id="7" creationId="{44C02813-DC76-3E3B-CEC6-7ABB4E891544}"/>
          </ac:grpSpMkLst>
        </pc:grpChg>
        <pc:grpChg chg="add mod">
          <ac:chgData name="이 창호" userId="92ba24a7-d58e-4179-98a0-3ca16608bcac" providerId="ADAL" clId="{A772926F-755D-4BCD-949A-64035BCD649F}" dt="2023-04-13T12:15:54.120" v="838" actId="1076"/>
          <ac:grpSpMkLst>
            <pc:docMk/>
            <pc:sldMk cId="4161198229" sldId="260"/>
            <ac:grpSpMk id="8" creationId="{1C6D4AEF-E050-B9E5-C1CE-E1BDAEC10C75}"/>
          </ac:grpSpMkLst>
        </pc:grpChg>
        <pc:grpChg chg="add del mod">
          <ac:chgData name="이 창호" userId="92ba24a7-d58e-4179-98a0-3ca16608bcac" providerId="ADAL" clId="{A772926F-755D-4BCD-949A-64035BCD649F}" dt="2023-04-13T11:53:59.063" v="506" actId="478"/>
          <ac:grpSpMkLst>
            <pc:docMk/>
            <pc:sldMk cId="4161198229" sldId="260"/>
            <ac:grpSpMk id="9" creationId="{5B2572A6-3870-3B76-1F5B-ABC5E537BD3A}"/>
          </ac:grpSpMkLst>
        </pc:grpChg>
        <pc:grpChg chg="add mod">
          <ac:chgData name="이 창호" userId="92ba24a7-d58e-4179-98a0-3ca16608bcac" providerId="ADAL" clId="{A772926F-755D-4BCD-949A-64035BCD649F}" dt="2023-04-13T12:15:54.120" v="838" actId="1076"/>
          <ac:grpSpMkLst>
            <pc:docMk/>
            <pc:sldMk cId="4161198229" sldId="260"/>
            <ac:grpSpMk id="30" creationId="{693950C4-0FE3-C8BA-E017-3FF95A5C115B}"/>
          </ac:grpSpMkLst>
        </pc:grpChg>
        <pc:grpChg chg="add mod">
          <ac:chgData name="이 창호" userId="92ba24a7-d58e-4179-98a0-3ca16608bcac" providerId="ADAL" clId="{A772926F-755D-4BCD-949A-64035BCD649F}" dt="2023-04-13T12:15:54.120" v="838" actId="1076"/>
          <ac:grpSpMkLst>
            <pc:docMk/>
            <pc:sldMk cId="4161198229" sldId="260"/>
            <ac:grpSpMk id="31" creationId="{A2621EFE-C36D-097A-8572-629BF1DECD83}"/>
          </ac:grpSpMkLst>
        </pc:grpChg>
        <pc:picChg chg="del mod">
          <ac:chgData name="이 창호" userId="92ba24a7-d58e-4179-98a0-3ca16608bcac" providerId="ADAL" clId="{A772926F-755D-4BCD-949A-64035BCD649F}" dt="2023-04-13T11:53:59.063" v="506" actId="478"/>
          <ac:picMkLst>
            <pc:docMk/>
            <pc:sldMk cId="4161198229" sldId="260"/>
            <ac:picMk id="10" creationId="{5E7FBA3A-0D36-AAFC-C1A3-E17E277B7496}"/>
          </ac:picMkLst>
        </pc:picChg>
        <pc:picChg chg="add mod">
          <ac:chgData name="이 창호" userId="92ba24a7-d58e-4179-98a0-3ca16608bcac" providerId="ADAL" clId="{A772926F-755D-4BCD-949A-64035BCD649F}" dt="2023-04-13T12:15:54.120" v="838" actId="1076"/>
          <ac:picMkLst>
            <pc:docMk/>
            <pc:sldMk cId="4161198229" sldId="260"/>
            <ac:picMk id="20" creationId="{CE11F5C1-2FAE-1AD3-C97D-F8430186B1F6}"/>
          </ac:picMkLst>
        </pc:picChg>
        <pc:picChg chg="add del mod">
          <ac:chgData name="이 창호" userId="92ba24a7-d58e-4179-98a0-3ca16608bcac" providerId="ADAL" clId="{A772926F-755D-4BCD-949A-64035BCD649F}" dt="2023-04-13T11:55:56.438" v="522" actId="478"/>
          <ac:picMkLst>
            <pc:docMk/>
            <pc:sldMk cId="4161198229" sldId="260"/>
            <ac:picMk id="23" creationId="{0CD0060B-7100-D2B3-1CE8-B731102C1F86}"/>
          </ac:picMkLst>
        </pc:picChg>
        <pc:picChg chg="mod">
          <ac:chgData name="이 창호" userId="92ba24a7-d58e-4179-98a0-3ca16608bcac" providerId="ADAL" clId="{A772926F-755D-4BCD-949A-64035BCD649F}" dt="2023-04-13T12:15:54.120" v="838" actId="1076"/>
          <ac:picMkLst>
            <pc:docMk/>
            <pc:sldMk cId="4161198229" sldId="260"/>
            <ac:picMk id="25" creationId="{FFB5B56A-36BA-E3E7-A357-A3B2049D7102}"/>
          </ac:picMkLst>
        </pc:picChg>
        <pc:picChg chg="mod">
          <ac:chgData name="이 창호" userId="92ba24a7-d58e-4179-98a0-3ca16608bcac" providerId="ADAL" clId="{A772926F-755D-4BCD-949A-64035BCD649F}" dt="2023-04-13T12:15:54.120" v="838" actId="1076"/>
          <ac:picMkLst>
            <pc:docMk/>
            <pc:sldMk cId="4161198229" sldId="260"/>
            <ac:picMk id="1026" creationId="{CC8A9D9D-E81F-B2C2-7AF1-BBA12697B855}"/>
          </ac:picMkLst>
        </pc:picChg>
        <pc:picChg chg="del mod">
          <ac:chgData name="이 창호" userId="92ba24a7-d58e-4179-98a0-3ca16608bcac" providerId="ADAL" clId="{A772926F-755D-4BCD-949A-64035BCD649F}" dt="2023-04-13T11:54:05.227" v="507" actId="21"/>
          <ac:picMkLst>
            <pc:docMk/>
            <pc:sldMk cId="4161198229" sldId="260"/>
            <ac:picMk id="1028" creationId="{113FC863-F674-880F-EDF8-758E0722ED0E}"/>
          </ac:picMkLst>
        </pc:picChg>
        <pc:picChg chg="mod">
          <ac:chgData name="이 창호" userId="92ba24a7-d58e-4179-98a0-3ca16608bcac" providerId="ADAL" clId="{A772926F-755D-4BCD-949A-64035BCD649F}" dt="2023-04-13T12:15:54.120" v="838" actId="1076"/>
          <ac:picMkLst>
            <pc:docMk/>
            <pc:sldMk cId="4161198229" sldId="260"/>
            <ac:picMk id="1030" creationId="{CF25F986-E57E-999E-FA06-64F1389359D3}"/>
          </ac:picMkLst>
        </pc:picChg>
        <pc:picChg chg="mod">
          <ac:chgData name="이 창호" userId="92ba24a7-d58e-4179-98a0-3ca16608bcac" providerId="ADAL" clId="{A772926F-755D-4BCD-949A-64035BCD649F}" dt="2023-04-13T12:15:54.120" v="838" actId="1076"/>
          <ac:picMkLst>
            <pc:docMk/>
            <pc:sldMk cId="4161198229" sldId="260"/>
            <ac:picMk id="1032" creationId="{D12805CF-65ED-899F-C757-251328F3BDC0}"/>
          </ac:picMkLst>
        </pc:picChg>
        <pc:picChg chg="add del">
          <ac:chgData name="이 창호" userId="92ba24a7-d58e-4179-98a0-3ca16608bcac" providerId="ADAL" clId="{A772926F-755D-4BCD-949A-64035BCD649F}" dt="2023-04-13T11:59:22.758" v="524" actId="478"/>
          <ac:picMkLst>
            <pc:docMk/>
            <pc:sldMk cId="4161198229" sldId="260"/>
            <ac:picMk id="3074" creationId="{DEF24E68-A584-7463-B0EA-CDB24708B5E9}"/>
          </ac:picMkLst>
        </pc:picChg>
        <pc:picChg chg="add mod">
          <ac:chgData name="이 창호" userId="92ba24a7-d58e-4179-98a0-3ca16608bcac" providerId="ADAL" clId="{A772926F-755D-4BCD-949A-64035BCD649F}" dt="2023-04-13T12:15:54.120" v="838" actId="1076"/>
          <ac:picMkLst>
            <pc:docMk/>
            <pc:sldMk cId="4161198229" sldId="260"/>
            <ac:picMk id="3076" creationId="{A5210DAB-2351-DC9D-667E-398087C830D6}"/>
          </ac:picMkLst>
        </pc:picChg>
        <pc:picChg chg="add del mod">
          <ac:chgData name="이 창호" userId="92ba24a7-d58e-4179-98a0-3ca16608bcac" providerId="ADAL" clId="{A772926F-755D-4BCD-949A-64035BCD649F}" dt="2023-04-13T12:00:26.455" v="536" actId="478"/>
          <ac:picMkLst>
            <pc:docMk/>
            <pc:sldMk cId="4161198229" sldId="260"/>
            <ac:picMk id="3078" creationId="{5A742746-4824-EC91-B846-AB044F4ACD43}"/>
          </ac:picMkLst>
        </pc:picChg>
        <pc:cxnChg chg="add mod">
          <ac:chgData name="이 창호" userId="92ba24a7-d58e-4179-98a0-3ca16608bcac" providerId="ADAL" clId="{A772926F-755D-4BCD-949A-64035BCD649F}" dt="2023-04-13T12:15:54.120" v="838" actId="1076"/>
          <ac:cxnSpMkLst>
            <pc:docMk/>
            <pc:sldMk cId="4161198229" sldId="260"/>
            <ac:cxnSpMk id="12" creationId="{3D337BA3-4835-E1FE-EEB3-D536501AD4F7}"/>
          </ac:cxnSpMkLst>
        </pc:cxnChg>
        <pc:cxnChg chg="mod">
          <ac:chgData name="이 창호" userId="92ba24a7-d58e-4179-98a0-3ca16608bcac" providerId="ADAL" clId="{A772926F-755D-4BCD-949A-64035BCD649F}" dt="2023-04-13T12:15:54.120" v="838" actId="1076"/>
          <ac:cxnSpMkLst>
            <pc:docMk/>
            <pc:sldMk cId="4161198229" sldId="260"/>
            <ac:cxnSpMk id="44" creationId="{7A97AC58-91F7-BA7C-FFBB-610B30122B2A}"/>
          </ac:cxnSpMkLst>
        </pc:cxnChg>
        <pc:cxnChg chg="mod">
          <ac:chgData name="이 창호" userId="92ba24a7-d58e-4179-98a0-3ca16608bcac" providerId="ADAL" clId="{A772926F-755D-4BCD-949A-64035BCD649F}" dt="2023-04-13T12:15:54.120" v="838" actId="1076"/>
          <ac:cxnSpMkLst>
            <pc:docMk/>
            <pc:sldMk cId="4161198229" sldId="260"/>
            <ac:cxnSpMk id="48" creationId="{585051C4-65B6-3EA2-5F5A-C0F583955362}"/>
          </ac:cxnSpMkLst>
        </pc:cxnChg>
        <pc:cxnChg chg="mod">
          <ac:chgData name="이 창호" userId="92ba24a7-d58e-4179-98a0-3ca16608bcac" providerId="ADAL" clId="{A772926F-755D-4BCD-949A-64035BCD649F}" dt="2023-04-13T12:15:54.120" v="838" actId="1076"/>
          <ac:cxnSpMkLst>
            <pc:docMk/>
            <pc:sldMk cId="4161198229" sldId="260"/>
            <ac:cxnSpMk id="51" creationId="{BC1E3B9C-22D3-36A0-589A-EB07D6C99FDD}"/>
          </ac:cxnSpMkLst>
        </pc:cxnChg>
        <pc:cxnChg chg="mod">
          <ac:chgData name="이 창호" userId="92ba24a7-d58e-4179-98a0-3ca16608bcac" providerId="ADAL" clId="{A772926F-755D-4BCD-949A-64035BCD649F}" dt="2023-04-13T12:15:54.120" v="838" actId="1076"/>
          <ac:cxnSpMkLst>
            <pc:docMk/>
            <pc:sldMk cId="4161198229" sldId="260"/>
            <ac:cxnSpMk id="54" creationId="{CDC9DD3F-949B-1274-6E40-498B445BCEC5}"/>
          </ac:cxnSpMkLst>
        </pc:cxnChg>
      </pc:sldChg>
      <pc:sldChg chg="del">
        <pc:chgData name="이 창호" userId="92ba24a7-d58e-4179-98a0-3ca16608bcac" providerId="ADAL" clId="{A772926F-755D-4BCD-949A-64035BCD649F}" dt="2023-04-20T07:07:05.793" v="1122" actId="47"/>
        <pc:sldMkLst>
          <pc:docMk/>
          <pc:sldMk cId="4000168743" sldId="261"/>
        </pc:sldMkLst>
      </pc:sldChg>
      <pc:sldChg chg="addSp delSp modSp del mod">
        <pc:chgData name="이 창호" userId="92ba24a7-d58e-4179-98a0-3ca16608bcac" providerId="ADAL" clId="{A772926F-755D-4BCD-949A-64035BCD649F}" dt="2023-04-20T07:07:06.554" v="1123" actId="47"/>
        <pc:sldMkLst>
          <pc:docMk/>
          <pc:sldMk cId="2586306348" sldId="262"/>
        </pc:sldMkLst>
        <pc:spChg chg="ord">
          <ac:chgData name="이 창호" userId="92ba24a7-d58e-4179-98a0-3ca16608bcac" providerId="ADAL" clId="{A772926F-755D-4BCD-949A-64035BCD649F}" dt="2023-04-13T10:59:51.493" v="44" actId="166"/>
          <ac:spMkLst>
            <pc:docMk/>
            <pc:sldMk cId="2586306348" sldId="262"/>
            <ac:spMk id="6" creationId="{2742DCD0-8082-FD50-08A4-3364A44E2B3E}"/>
          </ac:spMkLst>
        </pc:spChg>
        <pc:grpChg chg="ord">
          <ac:chgData name="이 창호" userId="92ba24a7-d58e-4179-98a0-3ca16608bcac" providerId="ADAL" clId="{A772926F-755D-4BCD-949A-64035BCD649F}" dt="2023-04-13T10:59:51.493" v="44" actId="166"/>
          <ac:grpSpMkLst>
            <pc:docMk/>
            <pc:sldMk cId="2586306348" sldId="262"/>
            <ac:grpSpMk id="16" creationId="{EC2F0C0C-7F3A-AE70-5A47-E47D234E0B47}"/>
          </ac:grpSpMkLst>
        </pc:grpChg>
        <pc:picChg chg="add mod">
          <ac:chgData name="이 창호" userId="92ba24a7-d58e-4179-98a0-3ca16608bcac" providerId="ADAL" clId="{A772926F-755D-4BCD-949A-64035BCD649F}" dt="2023-04-13T11:00:15.019" v="52" actId="1076"/>
          <ac:picMkLst>
            <pc:docMk/>
            <pc:sldMk cId="2586306348" sldId="262"/>
            <ac:picMk id="2" creationId="{F729E692-6C2E-66C3-7598-E5B9BCF6FDE2}"/>
          </ac:picMkLst>
        </pc:picChg>
        <pc:picChg chg="add del">
          <ac:chgData name="이 창호" userId="92ba24a7-d58e-4179-98a0-3ca16608bcac" providerId="ADAL" clId="{A772926F-755D-4BCD-949A-64035BCD649F}" dt="2023-04-13T10:59:57.452" v="46" actId="478"/>
          <ac:picMkLst>
            <pc:docMk/>
            <pc:sldMk cId="2586306348" sldId="262"/>
            <ac:picMk id="7" creationId="{7D7E9AE9-C22C-F790-62AE-1314902839B9}"/>
          </ac:picMkLst>
        </pc:picChg>
        <pc:picChg chg="mod">
          <ac:chgData name="이 창호" userId="92ba24a7-d58e-4179-98a0-3ca16608bcac" providerId="ADAL" clId="{A772926F-755D-4BCD-949A-64035BCD649F}" dt="2023-04-13T10:58:30.973" v="22" actId="1076"/>
          <ac:picMkLst>
            <pc:docMk/>
            <pc:sldMk cId="2586306348" sldId="262"/>
            <ac:picMk id="9" creationId="{D6213837-E637-CC7F-044B-FBC76D2675A4}"/>
          </ac:picMkLst>
        </pc:picChg>
        <pc:picChg chg="add del mod">
          <ac:chgData name="이 창호" userId="92ba24a7-d58e-4179-98a0-3ca16608bcac" providerId="ADAL" clId="{A772926F-755D-4BCD-949A-64035BCD649F}" dt="2023-04-13T10:50:57.906" v="3" actId="478"/>
          <ac:picMkLst>
            <pc:docMk/>
            <pc:sldMk cId="2586306348" sldId="262"/>
            <ac:picMk id="1026" creationId="{99041456-9964-0B48-6B8E-476BE1F9E184}"/>
          </ac:picMkLst>
        </pc:picChg>
        <pc:picChg chg="add del mod">
          <ac:chgData name="이 창호" userId="92ba24a7-d58e-4179-98a0-3ca16608bcac" providerId="ADAL" clId="{A772926F-755D-4BCD-949A-64035BCD649F}" dt="2023-04-13T10:54:39.042" v="7" actId="478"/>
          <ac:picMkLst>
            <pc:docMk/>
            <pc:sldMk cId="2586306348" sldId="262"/>
            <ac:picMk id="1028" creationId="{175DEC15-7A87-0548-FCE9-0FC2281836CD}"/>
          </ac:picMkLst>
        </pc:picChg>
        <pc:picChg chg="add del">
          <ac:chgData name="이 창호" userId="92ba24a7-d58e-4179-98a0-3ca16608bcac" providerId="ADAL" clId="{A772926F-755D-4BCD-949A-64035BCD649F}" dt="2023-04-13T10:55:42.506" v="9" actId="478"/>
          <ac:picMkLst>
            <pc:docMk/>
            <pc:sldMk cId="2586306348" sldId="262"/>
            <ac:picMk id="1030" creationId="{76C505CD-B1FC-27EA-1D8F-3DA9E39862F2}"/>
          </ac:picMkLst>
        </pc:picChg>
        <pc:picChg chg="add del">
          <ac:chgData name="이 창호" userId="92ba24a7-d58e-4179-98a0-3ca16608bcac" providerId="ADAL" clId="{A772926F-755D-4BCD-949A-64035BCD649F}" dt="2023-04-13T10:55:56.690" v="11" actId="478"/>
          <ac:picMkLst>
            <pc:docMk/>
            <pc:sldMk cId="2586306348" sldId="262"/>
            <ac:picMk id="1032" creationId="{AC264B7B-B51E-CF59-5347-95A20D4B7342}"/>
          </ac:picMkLst>
        </pc:picChg>
        <pc:picChg chg="add mod">
          <ac:chgData name="이 창호" userId="92ba24a7-d58e-4179-98a0-3ca16608bcac" providerId="ADAL" clId="{A772926F-755D-4BCD-949A-64035BCD649F}" dt="2023-04-13T11:00:35.060" v="62" actId="1038"/>
          <ac:picMkLst>
            <pc:docMk/>
            <pc:sldMk cId="2586306348" sldId="262"/>
            <ac:picMk id="1034" creationId="{9A3CA838-2278-FCAE-AFE8-ECAD66561ACF}"/>
          </ac:picMkLst>
        </pc:picChg>
        <pc:picChg chg="add del mod">
          <ac:chgData name="이 창호" userId="92ba24a7-d58e-4179-98a0-3ca16608bcac" providerId="ADAL" clId="{A772926F-755D-4BCD-949A-64035BCD649F}" dt="2023-04-13T10:59:49.702" v="39"/>
          <ac:picMkLst>
            <pc:docMk/>
            <pc:sldMk cId="2586306348" sldId="262"/>
            <ac:picMk id="1036" creationId="{ED28740E-483A-448F-4E68-9D9E6A0A1C92}"/>
          </ac:picMkLst>
        </pc:picChg>
      </pc:sldChg>
      <pc:sldChg chg="addSp delSp modSp add del mod">
        <pc:chgData name="이 창호" userId="92ba24a7-d58e-4179-98a0-3ca16608bcac" providerId="ADAL" clId="{A772926F-755D-4BCD-949A-64035BCD649F}" dt="2023-04-13T12:29:31.395" v="1120" actId="1076"/>
        <pc:sldMkLst>
          <pc:docMk/>
          <pc:sldMk cId="3942314590" sldId="263"/>
        </pc:sldMkLst>
        <pc:spChg chg="add del mod">
          <ac:chgData name="이 창호" userId="92ba24a7-d58e-4179-98a0-3ca16608bcac" providerId="ADAL" clId="{A772926F-755D-4BCD-949A-64035BCD649F}" dt="2023-04-13T12:29:31.395" v="1120" actId="1076"/>
          <ac:spMkLst>
            <pc:docMk/>
            <pc:sldMk cId="3942314590" sldId="263"/>
            <ac:spMk id="43" creationId="{30730CD6-1AC6-FE22-1A16-402E877FBD8A}"/>
          </ac:spMkLst>
        </pc:spChg>
      </pc:sldChg>
      <pc:sldChg chg="addSp delSp modSp del mod">
        <pc:chgData name="이 창호" userId="92ba24a7-d58e-4179-98a0-3ca16608bcac" providerId="ADAL" clId="{A772926F-755D-4BCD-949A-64035BCD649F}" dt="2023-04-13T12:05:44.671" v="624" actId="47"/>
        <pc:sldMkLst>
          <pc:docMk/>
          <pc:sldMk cId="2469246909" sldId="265"/>
        </pc:sldMkLst>
        <pc:spChg chg="add del mod">
          <ac:chgData name="이 창호" userId="92ba24a7-d58e-4179-98a0-3ca16608bcac" providerId="ADAL" clId="{A772926F-755D-4BCD-949A-64035BCD649F}" dt="2023-04-13T11:50:12.454" v="387" actId="478"/>
          <ac:spMkLst>
            <pc:docMk/>
            <pc:sldMk cId="2469246909" sldId="265"/>
            <ac:spMk id="2" creationId="{DF62EC73-F4E8-3E5F-3FE7-BC210C6E5CD6}"/>
          </ac:spMkLst>
        </pc:spChg>
        <pc:spChg chg="add mod">
          <ac:chgData name="이 창호" userId="92ba24a7-d58e-4179-98a0-3ca16608bcac" providerId="ADAL" clId="{A772926F-755D-4BCD-949A-64035BCD649F}" dt="2023-04-13T11:52:34.724" v="489"/>
          <ac:spMkLst>
            <pc:docMk/>
            <pc:sldMk cId="2469246909" sldId="265"/>
            <ac:spMk id="3" creationId="{0186A278-5485-FC3B-14A2-5E3AC60358F3}"/>
          </ac:spMkLst>
        </pc:spChg>
        <pc:spChg chg="mod">
          <ac:chgData name="이 창호" userId="92ba24a7-d58e-4179-98a0-3ca16608bcac" providerId="ADAL" clId="{A772926F-755D-4BCD-949A-64035BCD649F}" dt="2023-04-13T11:51:55.550" v="455" actId="20577"/>
          <ac:spMkLst>
            <pc:docMk/>
            <pc:sldMk cId="2469246909" sldId="265"/>
            <ac:spMk id="1027" creationId="{9468760D-D6A9-CB29-70DC-1B505B8A1153}"/>
          </ac:spMkLst>
        </pc:spChg>
      </pc:sldChg>
      <pc:sldChg chg="addSp delSp modSp del mod">
        <pc:chgData name="이 창호" userId="92ba24a7-d58e-4179-98a0-3ca16608bcac" providerId="ADAL" clId="{A772926F-755D-4BCD-949A-64035BCD649F}" dt="2023-04-13T12:11:28.357" v="758" actId="47"/>
        <pc:sldMkLst>
          <pc:docMk/>
          <pc:sldMk cId="2072755574" sldId="266"/>
        </pc:sldMkLst>
        <pc:spChg chg="add del mod">
          <ac:chgData name="이 창호" userId="92ba24a7-d58e-4179-98a0-3ca16608bcac" providerId="ADAL" clId="{A772926F-755D-4BCD-949A-64035BCD649F}" dt="2023-04-13T11:47:38.478" v="350" actId="478"/>
          <ac:spMkLst>
            <pc:docMk/>
            <pc:sldMk cId="2072755574" sldId="266"/>
            <ac:spMk id="4" creationId="{4C325E28-03F8-11C3-6B89-192131DE9EC0}"/>
          </ac:spMkLst>
        </pc:spChg>
        <pc:spChg chg="add del mod">
          <ac:chgData name="이 창호" userId="92ba24a7-d58e-4179-98a0-3ca16608bcac" providerId="ADAL" clId="{A772926F-755D-4BCD-949A-64035BCD649F}" dt="2023-04-13T11:50:58.350" v="396" actId="478"/>
          <ac:spMkLst>
            <pc:docMk/>
            <pc:sldMk cId="2072755574" sldId="266"/>
            <ac:spMk id="5" creationId="{EBAA809C-9CBC-A395-82B5-00D55D5EA6EB}"/>
          </ac:spMkLst>
        </pc:spChg>
        <pc:spChg chg="add mod">
          <ac:chgData name="이 창호" userId="92ba24a7-d58e-4179-98a0-3ca16608bcac" providerId="ADAL" clId="{A772926F-755D-4BCD-949A-64035BCD649F}" dt="2023-04-13T11:49:33.972" v="384" actId="2711"/>
          <ac:spMkLst>
            <pc:docMk/>
            <pc:sldMk cId="2072755574" sldId="266"/>
            <ac:spMk id="6" creationId="{14391898-EEC0-6929-76D5-7F444D845A94}"/>
          </ac:spMkLst>
        </pc:spChg>
        <pc:spChg chg="add mod">
          <ac:chgData name="이 창호" userId="92ba24a7-d58e-4179-98a0-3ca16608bcac" providerId="ADAL" clId="{A772926F-755D-4BCD-949A-64035BCD649F}" dt="2023-04-13T11:51:16.475" v="415"/>
          <ac:spMkLst>
            <pc:docMk/>
            <pc:sldMk cId="2072755574" sldId="266"/>
            <ac:spMk id="7" creationId="{66F1554C-46BF-62B7-7F71-91BA38F02A1D}"/>
          </ac:spMkLst>
        </pc:spChg>
        <pc:spChg chg="del mod">
          <ac:chgData name="이 창호" userId="92ba24a7-d58e-4179-98a0-3ca16608bcac" providerId="ADAL" clId="{A772926F-755D-4BCD-949A-64035BCD649F}" dt="2023-04-13T11:48:30.046" v="367" actId="478"/>
          <ac:spMkLst>
            <pc:docMk/>
            <pc:sldMk cId="2072755574" sldId="266"/>
            <ac:spMk id="1070" creationId="{2FB88A7E-F0C5-75B1-239E-83FFC380422D}"/>
          </ac:spMkLst>
        </pc:spChg>
        <pc:picChg chg="add del mod">
          <ac:chgData name="이 창호" userId="92ba24a7-d58e-4179-98a0-3ca16608bcac" providerId="ADAL" clId="{A772926F-755D-4BCD-949A-64035BCD649F}" dt="2023-04-13T11:41:32.558" v="129"/>
          <ac:picMkLst>
            <pc:docMk/>
            <pc:sldMk cId="2072755574" sldId="266"/>
            <ac:picMk id="2" creationId="{59F244F1-F793-95AC-A684-841FA8D474AE}"/>
          </ac:picMkLst>
        </pc:picChg>
        <pc:picChg chg="add del mod">
          <ac:chgData name="이 창호" userId="92ba24a7-d58e-4179-98a0-3ca16608bcac" providerId="ADAL" clId="{A772926F-755D-4BCD-949A-64035BCD649F}" dt="2023-04-13T11:45:01.534" v="287"/>
          <ac:picMkLst>
            <pc:docMk/>
            <pc:sldMk cId="2072755574" sldId="266"/>
            <ac:picMk id="3" creationId="{B5349461-CA2B-7894-60C2-BBFDCADDEC9B}"/>
          </ac:picMkLst>
        </pc:picChg>
        <pc:picChg chg="add del mod">
          <ac:chgData name="이 창호" userId="92ba24a7-d58e-4179-98a0-3ca16608bcac" providerId="ADAL" clId="{A772926F-755D-4BCD-949A-64035BCD649F}" dt="2023-04-13T11:41:32.005" v="127" actId="1076"/>
          <ac:picMkLst>
            <pc:docMk/>
            <pc:sldMk cId="2072755574" sldId="266"/>
            <ac:picMk id="1046" creationId="{EBEE249F-E88F-46D5-749F-CE778DB8E6E8}"/>
          </ac:picMkLst>
        </pc:picChg>
      </pc:sldChg>
      <pc:sldChg chg="addSp delSp modSp del mod">
        <pc:chgData name="이 창호" userId="92ba24a7-d58e-4179-98a0-3ca16608bcac" providerId="ADAL" clId="{A772926F-755D-4BCD-949A-64035BCD649F}" dt="2023-04-13T12:11:28.357" v="758" actId="47"/>
        <pc:sldMkLst>
          <pc:docMk/>
          <pc:sldMk cId="2576108518" sldId="267"/>
        </pc:sldMkLst>
        <pc:spChg chg="add del mod">
          <ac:chgData name="이 창호" userId="92ba24a7-d58e-4179-98a0-3ca16608bcac" providerId="ADAL" clId="{A772926F-755D-4BCD-949A-64035BCD649F}" dt="2023-04-13T11:50:14.583" v="388" actId="478"/>
          <ac:spMkLst>
            <pc:docMk/>
            <pc:sldMk cId="2576108518" sldId="267"/>
            <ac:spMk id="3" creationId="{A13D6346-4D52-D225-3CDD-C269FC1CE1E4}"/>
          </ac:spMkLst>
        </pc:spChg>
        <pc:spChg chg="add mod">
          <ac:chgData name="이 창호" userId="92ba24a7-d58e-4179-98a0-3ca16608bcac" providerId="ADAL" clId="{A772926F-755D-4BCD-949A-64035BCD649F}" dt="2023-04-13T11:49:40.700" v="385" actId="2711"/>
          <ac:spMkLst>
            <pc:docMk/>
            <pc:sldMk cId="2576108518" sldId="267"/>
            <ac:spMk id="4" creationId="{C7CF98C1-C7F4-1DA0-46C3-4AE9AE0D9A1A}"/>
          </ac:spMkLst>
        </pc:spChg>
        <pc:spChg chg="add del mod">
          <ac:chgData name="이 창호" userId="92ba24a7-d58e-4179-98a0-3ca16608bcac" providerId="ADAL" clId="{A772926F-755D-4BCD-949A-64035BCD649F}" dt="2023-04-13T11:51:00.343" v="397" actId="478"/>
          <ac:spMkLst>
            <pc:docMk/>
            <pc:sldMk cId="2576108518" sldId="267"/>
            <ac:spMk id="5" creationId="{B1EB4555-3790-FC82-1670-90F37D30BE51}"/>
          </ac:spMkLst>
        </pc:spChg>
        <pc:spChg chg="add mod">
          <ac:chgData name="이 창호" userId="92ba24a7-d58e-4179-98a0-3ca16608bcac" providerId="ADAL" clId="{A772926F-755D-4BCD-949A-64035BCD649F}" dt="2023-04-13T11:51:17.674" v="416"/>
          <ac:spMkLst>
            <pc:docMk/>
            <pc:sldMk cId="2576108518" sldId="267"/>
            <ac:spMk id="6" creationId="{453F727F-911B-2B6F-5329-53220A33F6AF}"/>
          </ac:spMkLst>
        </pc:spChg>
        <pc:spChg chg="del mod">
          <ac:chgData name="이 창호" userId="92ba24a7-d58e-4179-98a0-3ca16608bcac" providerId="ADAL" clId="{A772926F-755D-4BCD-949A-64035BCD649F}" dt="2023-04-13T11:48:50.654" v="382" actId="478"/>
          <ac:spMkLst>
            <pc:docMk/>
            <pc:sldMk cId="2576108518" sldId="267"/>
            <ac:spMk id="56" creationId="{03704C6F-E1CE-9248-501E-A7C09F72573A}"/>
          </ac:spMkLst>
        </pc:spChg>
        <pc:picChg chg="add del mod">
          <ac:chgData name="이 창호" userId="92ba24a7-d58e-4179-98a0-3ca16608bcac" providerId="ADAL" clId="{A772926F-755D-4BCD-949A-64035BCD649F}" dt="2023-04-13T11:41:34.533" v="133"/>
          <ac:picMkLst>
            <pc:docMk/>
            <pc:sldMk cId="2576108518" sldId="267"/>
            <ac:picMk id="2" creationId="{5FBF2AD4-12FC-B1E3-83DF-1ED20820530D}"/>
          </ac:picMkLst>
        </pc:picChg>
        <pc:picChg chg="add del mod">
          <ac:chgData name="이 창호" userId="92ba24a7-d58e-4179-98a0-3ca16608bcac" providerId="ADAL" clId="{A772926F-755D-4BCD-949A-64035BCD649F}" dt="2023-04-13T11:41:33.293" v="131" actId="1076"/>
          <ac:picMkLst>
            <pc:docMk/>
            <pc:sldMk cId="2576108518" sldId="267"/>
            <ac:picMk id="41" creationId="{17B409D1-0446-7601-D4BF-5B56BCE07206}"/>
          </ac:picMkLst>
        </pc:picChg>
      </pc:sldChg>
      <pc:sldChg chg="del">
        <pc:chgData name="이 창호" userId="92ba24a7-d58e-4179-98a0-3ca16608bcac" providerId="ADAL" clId="{A772926F-755D-4BCD-949A-64035BCD649F}" dt="2023-04-13T11:36:01.190" v="81" actId="47"/>
        <pc:sldMkLst>
          <pc:docMk/>
          <pc:sldMk cId="3039233041" sldId="269"/>
        </pc:sldMkLst>
      </pc:sldChg>
      <pc:sldChg chg="delSp add mod">
        <pc:chgData name="이 창호" userId="92ba24a7-d58e-4179-98a0-3ca16608bcac" providerId="ADAL" clId="{A772926F-755D-4BCD-949A-64035BCD649F}" dt="2023-04-13T11:35:54.371" v="78" actId="478"/>
        <pc:sldMkLst>
          <pc:docMk/>
          <pc:sldMk cId="2899674072" sldId="270"/>
        </pc:sldMkLst>
        <pc:spChg chg="del">
          <ac:chgData name="이 창호" userId="92ba24a7-d58e-4179-98a0-3ca16608bcac" providerId="ADAL" clId="{A772926F-755D-4BCD-949A-64035BCD649F}" dt="2023-04-13T11:35:54.371" v="78" actId="478"/>
          <ac:spMkLst>
            <pc:docMk/>
            <pc:sldMk cId="2899674072" sldId="270"/>
            <ac:spMk id="43" creationId="{30730CD6-1AC6-FE22-1A16-402E877FBD8A}"/>
          </ac:spMkLst>
        </pc:spChg>
      </pc:sldChg>
      <pc:sldChg chg="addSp delSp modSp add mod">
        <pc:chgData name="이 창호" userId="92ba24a7-d58e-4179-98a0-3ca16608bcac" providerId="ADAL" clId="{A772926F-755D-4BCD-949A-64035BCD649F}" dt="2023-04-21T05:41:11.995" v="1193" actId="478"/>
        <pc:sldMkLst>
          <pc:docMk/>
          <pc:sldMk cId="1120319786" sldId="271"/>
        </pc:sldMkLst>
        <pc:spChg chg="del">
          <ac:chgData name="이 창호" userId="92ba24a7-d58e-4179-98a0-3ca16608bcac" providerId="ADAL" clId="{A772926F-755D-4BCD-949A-64035BCD649F}" dt="2023-04-13T11:35:56.659" v="79" actId="478"/>
          <ac:spMkLst>
            <pc:docMk/>
            <pc:sldMk cId="1120319786" sldId="271"/>
            <ac:spMk id="43" creationId="{30730CD6-1AC6-FE22-1A16-402E877FBD8A}"/>
          </ac:spMkLst>
        </pc:spChg>
        <pc:grpChg chg="mod">
          <ac:chgData name="이 창호" userId="92ba24a7-d58e-4179-98a0-3ca16608bcac" providerId="ADAL" clId="{A772926F-755D-4BCD-949A-64035BCD649F}" dt="2023-04-21T05:41:10.521" v="1189" actId="1076"/>
          <ac:grpSpMkLst>
            <pc:docMk/>
            <pc:sldMk cId="1120319786" sldId="271"/>
            <ac:grpSpMk id="29" creationId="{F46932DE-5653-E0C3-EE50-F3A6211F9E97}"/>
          </ac:grpSpMkLst>
        </pc:grpChg>
        <pc:picChg chg="add del mod">
          <ac:chgData name="이 창호" userId="92ba24a7-d58e-4179-98a0-3ca16608bcac" providerId="ADAL" clId="{A772926F-755D-4BCD-949A-64035BCD649F}" dt="2023-04-21T05:41:11.617" v="1192" actId="22"/>
          <ac:picMkLst>
            <pc:docMk/>
            <pc:sldMk cId="1120319786" sldId="271"/>
            <ac:picMk id="5" creationId="{3F75465F-56A3-A659-EEA1-ABBAE50C8B5B}"/>
          </ac:picMkLst>
        </pc:picChg>
        <pc:picChg chg="add del">
          <ac:chgData name="이 창호" userId="92ba24a7-d58e-4179-98a0-3ca16608bcac" providerId="ADAL" clId="{A772926F-755D-4BCD-949A-64035BCD649F}" dt="2023-04-21T05:41:11.995" v="1193" actId="478"/>
          <ac:picMkLst>
            <pc:docMk/>
            <pc:sldMk cId="1120319786" sldId="271"/>
            <ac:picMk id="62" creationId="{797300E5-68F8-5546-3C12-9B879B28DECF}"/>
          </ac:picMkLst>
        </pc:picChg>
      </pc:sldChg>
      <pc:sldChg chg="add del">
        <pc:chgData name="이 창호" userId="92ba24a7-d58e-4179-98a0-3ca16608bcac" providerId="ADAL" clId="{A772926F-755D-4BCD-949A-64035BCD649F}" dt="2023-04-13T11:35:59.067" v="80" actId="47"/>
        <pc:sldMkLst>
          <pc:docMk/>
          <pc:sldMk cId="42648288" sldId="272"/>
        </pc:sldMkLst>
      </pc:sldChg>
      <pc:sldChg chg="addSp delSp modSp add del mod ord">
        <pc:chgData name="이 창호" userId="92ba24a7-d58e-4179-98a0-3ca16608bcac" providerId="ADAL" clId="{A772926F-755D-4BCD-949A-64035BCD649F}" dt="2023-04-13T12:28:56.201" v="1115" actId="47"/>
        <pc:sldMkLst>
          <pc:docMk/>
          <pc:sldMk cId="119607333" sldId="273"/>
        </pc:sldMkLst>
        <pc:spChg chg="add del mod">
          <ac:chgData name="이 창호" userId="92ba24a7-d58e-4179-98a0-3ca16608bcac" providerId="ADAL" clId="{A772926F-755D-4BCD-949A-64035BCD649F}" dt="2023-04-13T11:39:15.307" v="83" actId="478"/>
          <ac:spMkLst>
            <pc:docMk/>
            <pc:sldMk cId="119607333" sldId="273"/>
            <ac:spMk id="3" creationId="{E953042F-5AD8-D4B8-7014-2D6DF85EBF7B}"/>
          </ac:spMkLst>
        </pc:spChg>
        <pc:spChg chg="add del mod">
          <ac:chgData name="이 창호" userId="92ba24a7-d58e-4179-98a0-3ca16608bcac" providerId="ADAL" clId="{A772926F-755D-4BCD-949A-64035BCD649F}" dt="2023-04-13T11:42:52.165" v="136" actId="478"/>
          <ac:spMkLst>
            <pc:docMk/>
            <pc:sldMk cId="119607333" sldId="273"/>
            <ac:spMk id="4" creationId="{61044A8E-A767-B6FB-B664-0911F699F8F2}"/>
          </ac:spMkLst>
        </pc:spChg>
        <pc:spChg chg="add mod">
          <ac:chgData name="이 창호" userId="92ba24a7-d58e-4179-98a0-3ca16608bcac" providerId="ADAL" clId="{A772926F-755D-4BCD-949A-64035BCD649F}" dt="2023-04-13T11:42:15.879" v="135" actId="1076"/>
          <ac:spMkLst>
            <pc:docMk/>
            <pc:sldMk cId="119607333" sldId="273"/>
            <ac:spMk id="6" creationId="{06818302-3BA6-C1D7-4B1D-E30EEB9419F7}"/>
          </ac:spMkLst>
        </pc:spChg>
        <pc:spChg chg="del">
          <ac:chgData name="이 창호" userId="92ba24a7-d58e-4179-98a0-3ca16608bcac" providerId="ADAL" clId="{A772926F-755D-4BCD-949A-64035BCD649F}" dt="2023-04-13T11:35:32.836" v="75" actId="478"/>
          <ac:spMkLst>
            <pc:docMk/>
            <pc:sldMk cId="119607333" sldId="273"/>
            <ac:spMk id="43" creationId="{30730CD6-1AC6-FE22-1A16-402E877FBD8A}"/>
          </ac:spMkLst>
        </pc:spChg>
        <pc:spChg chg="del">
          <ac:chgData name="이 창호" userId="92ba24a7-d58e-4179-98a0-3ca16608bcac" providerId="ADAL" clId="{A772926F-755D-4BCD-949A-64035BCD649F}" dt="2023-04-13T11:35:37.299" v="76" actId="478"/>
          <ac:spMkLst>
            <pc:docMk/>
            <pc:sldMk cId="119607333" sldId="273"/>
            <ac:spMk id="1041" creationId="{256B02F1-7F40-09E3-DF6A-DD4FBA9BCE11}"/>
          </ac:spMkLst>
        </pc:spChg>
        <pc:spChg chg="del">
          <ac:chgData name="이 창호" userId="92ba24a7-d58e-4179-98a0-3ca16608bcac" providerId="ADAL" clId="{A772926F-755D-4BCD-949A-64035BCD649F}" dt="2023-04-13T11:35:37.299" v="76" actId="478"/>
          <ac:spMkLst>
            <pc:docMk/>
            <pc:sldMk cId="119607333" sldId="273"/>
            <ac:spMk id="1043" creationId="{7E9305C6-9BEE-7C5F-431A-7757FF41D25E}"/>
          </ac:spMkLst>
        </pc:spChg>
        <pc:spChg chg="del">
          <ac:chgData name="이 창호" userId="92ba24a7-d58e-4179-98a0-3ca16608bcac" providerId="ADAL" clId="{A772926F-755D-4BCD-949A-64035BCD649F}" dt="2023-04-13T11:35:37.299" v="76" actId="478"/>
          <ac:spMkLst>
            <pc:docMk/>
            <pc:sldMk cId="119607333" sldId="273"/>
            <ac:spMk id="1045" creationId="{5C27C5B9-B347-DB23-1945-2A09C592EE6B}"/>
          </ac:spMkLst>
        </pc:spChg>
        <pc:grpChg chg="del">
          <ac:chgData name="이 창호" userId="92ba24a7-d58e-4179-98a0-3ca16608bcac" providerId="ADAL" clId="{A772926F-755D-4BCD-949A-64035BCD649F}" dt="2023-04-13T11:35:39.106" v="77" actId="478"/>
          <ac:grpSpMkLst>
            <pc:docMk/>
            <pc:sldMk cId="119607333" sldId="273"/>
            <ac:grpSpMk id="39" creationId="{AEBBADE3-2331-DF54-C65D-156BB3BAC07B}"/>
          </ac:grpSpMkLst>
        </pc:grpChg>
        <pc:grpChg chg="del">
          <ac:chgData name="이 창호" userId="92ba24a7-d58e-4179-98a0-3ca16608bcac" providerId="ADAL" clId="{A772926F-755D-4BCD-949A-64035BCD649F}" dt="2023-04-13T11:35:39.106" v="77" actId="478"/>
          <ac:grpSpMkLst>
            <pc:docMk/>
            <pc:sldMk cId="119607333" sldId="273"/>
            <ac:grpSpMk id="40" creationId="{FB9DD3FC-2A0E-3A5D-6F7E-7DD697CC27E6}"/>
          </ac:grpSpMkLst>
        </pc:grpChg>
        <pc:grpChg chg="del">
          <ac:chgData name="이 창호" userId="92ba24a7-d58e-4179-98a0-3ca16608bcac" providerId="ADAL" clId="{A772926F-755D-4BCD-949A-64035BCD649F}" dt="2023-04-13T11:35:39.106" v="77" actId="478"/>
          <ac:grpSpMkLst>
            <pc:docMk/>
            <pc:sldMk cId="119607333" sldId="273"/>
            <ac:grpSpMk id="41" creationId="{B13354AB-A1A5-C7DC-7CA5-669A7F932BC9}"/>
          </ac:grpSpMkLst>
        </pc:grpChg>
        <pc:grpChg chg="del">
          <ac:chgData name="이 창호" userId="92ba24a7-d58e-4179-98a0-3ca16608bcac" providerId="ADAL" clId="{A772926F-755D-4BCD-949A-64035BCD649F}" dt="2023-04-13T11:35:37.299" v="76" actId="478"/>
          <ac:grpSpMkLst>
            <pc:docMk/>
            <pc:sldMk cId="119607333" sldId="273"/>
            <ac:grpSpMk id="42" creationId="{9D6D05AD-5E3B-C61A-D5DE-CCD51DB48E6A}"/>
          </ac:grpSpMkLst>
        </pc:grpChg>
        <pc:grpChg chg="del">
          <ac:chgData name="이 창호" userId="92ba24a7-d58e-4179-98a0-3ca16608bcac" providerId="ADAL" clId="{A772926F-755D-4BCD-949A-64035BCD649F}" dt="2023-04-13T11:35:37.299" v="76" actId="478"/>
          <ac:grpSpMkLst>
            <pc:docMk/>
            <pc:sldMk cId="119607333" sldId="273"/>
            <ac:grpSpMk id="1037" creationId="{EA448784-8438-9CDE-49A6-4F2704E79745}"/>
          </ac:grpSpMkLst>
        </pc:grpChg>
        <pc:grpChg chg="del">
          <ac:chgData name="이 창호" userId="92ba24a7-d58e-4179-98a0-3ca16608bcac" providerId="ADAL" clId="{A772926F-755D-4BCD-949A-64035BCD649F}" dt="2023-04-13T11:35:37.299" v="76" actId="478"/>
          <ac:grpSpMkLst>
            <pc:docMk/>
            <pc:sldMk cId="119607333" sldId="273"/>
            <ac:grpSpMk id="1038" creationId="{51892B01-CA79-6568-BF95-700ED5864CBD}"/>
          </ac:grpSpMkLst>
        </pc:grpChg>
        <pc:grpChg chg="del">
          <ac:chgData name="이 창호" userId="92ba24a7-d58e-4179-98a0-3ca16608bcac" providerId="ADAL" clId="{A772926F-755D-4BCD-949A-64035BCD649F}" dt="2023-04-13T11:35:37.299" v="76" actId="478"/>
          <ac:grpSpMkLst>
            <pc:docMk/>
            <pc:sldMk cId="119607333" sldId="273"/>
            <ac:grpSpMk id="1039" creationId="{59C1EB78-993D-7ED9-5772-99B6C99DBAC3}"/>
          </ac:grpSpMkLst>
        </pc:grpChg>
        <pc:graphicFrameChg chg="add mod">
          <ac:chgData name="이 창호" userId="92ba24a7-d58e-4179-98a0-3ca16608bcac" providerId="ADAL" clId="{A772926F-755D-4BCD-949A-64035BCD649F}" dt="2023-04-13T11:44:09.433" v="268" actId="1076"/>
          <ac:graphicFrameMkLst>
            <pc:docMk/>
            <pc:sldMk cId="119607333" sldId="273"/>
            <ac:graphicFrameMk id="2" creationId="{C94717A2-B7A6-C344-6E0B-2C8244E727CF}"/>
          </ac:graphicFrameMkLst>
        </pc:graphicFrameChg>
      </pc:sldChg>
      <pc:sldChg chg="addSp modSp add del">
        <pc:chgData name="이 창호" userId="92ba24a7-d58e-4179-98a0-3ca16608bcac" providerId="ADAL" clId="{A772926F-755D-4BCD-949A-64035BCD649F}" dt="2023-04-13T12:02:28.347" v="571"/>
        <pc:sldMkLst>
          <pc:docMk/>
          <pc:sldMk cId="1629352983" sldId="274"/>
        </pc:sldMkLst>
        <pc:spChg chg="mod">
          <ac:chgData name="이 창호" userId="92ba24a7-d58e-4179-98a0-3ca16608bcac" providerId="ADAL" clId="{A772926F-755D-4BCD-949A-64035BCD649F}" dt="2023-04-13T12:01:40.075" v="552" actId="571"/>
          <ac:spMkLst>
            <pc:docMk/>
            <pc:sldMk cId="1629352983" sldId="274"/>
            <ac:spMk id="3" creationId="{161AAFF5-1369-B76E-FA88-6973A8929A79}"/>
          </ac:spMkLst>
        </pc:spChg>
        <pc:spChg chg="mod">
          <ac:chgData name="이 창호" userId="92ba24a7-d58e-4179-98a0-3ca16608bcac" providerId="ADAL" clId="{A772926F-755D-4BCD-949A-64035BCD649F}" dt="2023-04-13T12:02:27.892" v="570" actId="14100"/>
          <ac:spMkLst>
            <pc:docMk/>
            <pc:sldMk cId="1629352983" sldId="274"/>
            <ac:spMk id="11" creationId="{9F78394D-6435-A155-E4F6-37E8483976CE}"/>
          </ac:spMkLst>
        </pc:spChg>
        <pc:spChg chg="mod">
          <ac:chgData name="이 창호" userId="92ba24a7-d58e-4179-98a0-3ca16608bcac" providerId="ADAL" clId="{A772926F-755D-4BCD-949A-64035BCD649F}" dt="2023-04-13T12:02:27.892" v="570" actId="14100"/>
          <ac:spMkLst>
            <pc:docMk/>
            <pc:sldMk cId="1629352983" sldId="274"/>
            <ac:spMk id="24" creationId="{351990ED-5CDD-009F-F2F9-EED827B15B2C}"/>
          </ac:spMkLst>
        </pc:spChg>
        <pc:spChg chg="mod">
          <ac:chgData name="이 창호" userId="92ba24a7-d58e-4179-98a0-3ca16608bcac" providerId="ADAL" clId="{A772926F-755D-4BCD-949A-64035BCD649F}" dt="2023-04-13T12:02:27.892" v="570" actId="14100"/>
          <ac:spMkLst>
            <pc:docMk/>
            <pc:sldMk cId="1629352983" sldId="274"/>
            <ac:spMk id="26" creationId="{18BB78FE-499D-E272-9ADF-F568F6427364}"/>
          </ac:spMkLst>
        </pc:spChg>
        <pc:spChg chg="mod">
          <ac:chgData name="이 창호" userId="92ba24a7-d58e-4179-98a0-3ca16608bcac" providerId="ADAL" clId="{A772926F-755D-4BCD-949A-64035BCD649F}" dt="2023-04-13T12:02:27.892" v="570" actId="14100"/>
          <ac:spMkLst>
            <pc:docMk/>
            <pc:sldMk cId="1629352983" sldId="274"/>
            <ac:spMk id="27" creationId="{5C6AFA89-5042-70EB-68A4-8543E580DA0D}"/>
          </ac:spMkLst>
        </pc:spChg>
        <pc:spChg chg="mod">
          <ac:chgData name="이 창호" userId="92ba24a7-d58e-4179-98a0-3ca16608bcac" providerId="ADAL" clId="{A772926F-755D-4BCD-949A-64035BCD649F}" dt="2023-04-13T12:02:27.892" v="570" actId="14100"/>
          <ac:spMkLst>
            <pc:docMk/>
            <pc:sldMk cId="1629352983" sldId="274"/>
            <ac:spMk id="28" creationId="{15A06BBB-FCC9-A9B5-005E-0E3A7FAA42B6}"/>
          </ac:spMkLst>
        </pc:spChg>
        <pc:spChg chg="mod">
          <ac:chgData name="이 창호" userId="92ba24a7-d58e-4179-98a0-3ca16608bcac" providerId="ADAL" clId="{A772926F-755D-4BCD-949A-64035BCD649F}" dt="2023-04-13T12:02:27.892" v="570" actId="14100"/>
          <ac:spMkLst>
            <pc:docMk/>
            <pc:sldMk cId="1629352983" sldId="274"/>
            <ac:spMk id="29" creationId="{0FCCF9CF-21AF-CDC6-128A-0D73EA038ED8}"/>
          </ac:spMkLst>
        </pc:spChg>
        <pc:grpChg chg="add mod">
          <ac:chgData name="이 창호" userId="92ba24a7-d58e-4179-98a0-3ca16608bcac" providerId="ADAL" clId="{A772926F-755D-4BCD-949A-64035BCD649F}" dt="2023-04-13T12:01:40.075" v="552" actId="571"/>
          <ac:grpSpMkLst>
            <pc:docMk/>
            <pc:sldMk cId="1629352983" sldId="274"/>
            <ac:grpSpMk id="2" creationId="{D4AE75A6-BF5E-8557-5281-44CA112F8C31}"/>
          </ac:grpSpMkLst>
        </pc:grpChg>
        <pc:grpChg chg="mod">
          <ac:chgData name="이 창호" userId="92ba24a7-d58e-4179-98a0-3ca16608bcac" providerId="ADAL" clId="{A772926F-755D-4BCD-949A-64035BCD649F}" dt="2023-04-13T12:02:27.892" v="570" actId="14100"/>
          <ac:grpSpMkLst>
            <pc:docMk/>
            <pc:sldMk cId="1629352983" sldId="274"/>
            <ac:grpSpMk id="4" creationId="{832DCE8C-5DF9-DFB4-BF1F-70BB5F37CE9D}"/>
          </ac:grpSpMkLst>
        </pc:grpChg>
        <pc:grpChg chg="mod">
          <ac:chgData name="이 창호" userId="92ba24a7-d58e-4179-98a0-3ca16608bcac" providerId="ADAL" clId="{A772926F-755D-4BCD-949A-64035BCD649F}" dt="2023-04-13T12:02:27.892" v="570" actId="14100"/>
          <ac:grpSpMkLst>
            <pc:docMk/>
            <pc:sldMk cId="1629352983" sldId="274"/>
            <ac:grpSpMk id="5" creationId="{7DEC5DF1-1A58-5A86-5C2C-E12136D8B8BA}"/>
          </ac:grpSpMkLst>
        </pc:grpChg>
        <pc:grpChg chg="mod">
          <ac:chgData name="이 창호" userId="92ba24a7-d58e-4179-98a0-3ca16608bcac" providerId="ADAL" clId="{A772926F-755D-4BCD-949A-64035BCD649F}" dt="2023-04-13T12:02:27.892" v="570" actId="14100"/>
          <ac:grpSpMkLst>
            <pc:docMk/>
            <pc:sldMk cId="1629352983" sldId="274"/>
            <ac:grpSpMk id="6" creationId="{E95CB0E0-8923-D86D-CF93-9FEA22412C16}"/>
          </ac:grpSpMkLst>
        </pc:grpChg>
        <pc:grpChg chg="mod">
          <ac:chgData name="이 창호" userId="92ba24a7-d58e-4179-98a0-3ca16608bcac" providerId="ADAL" clId="{A772926F-755D-4BCD-949A-64035BCD649F}" dt="2023-04-13T12:02:27.892" v="570" actId="14100"/>
          <ac:grpSpMkLst>
            <pc:docMk/>
            <pc:sldMk cId="1629352983" sldId="274"/>
            <ac:grpSpMk id="8" creationId="{1C6D4AEF-E050-B9E5-C1CE-E1BDAEC10C75}"/>
          </ac:grpSpMkLst>
        </pc:grpChg>
        <pc:grpChg chg="mod">
          <ac:chgData name="이 창호" userId="92ba24a7-d58e-4179-98a0-3ca16608bcac" providerId="ADAL" clId="{A772926F-755D-4BCD-949A-64035BCD649F}" dt="2023-04-13T12:02:27.892" v="570" actId="14100"/>
          <ac:grpSpMkLst>
            <pc:docMk/>
            <pc:sldMk cId="1629352983" sldId="274"/>
            <ac:grpSpMk id="30" creationId="{693950C4-0FE3-C8BA-E017-3FF95A5C115B}"/>
          </ac:grpSpMkLst>
        </pc:grpChg>
        <pc:grpChg chg="mod">
          <ac:chgData name="이 창호" userId="92ba24a7-d58e-4179-98a0-3ca16608bcac" providerId="ADAL" clId="{A772926F-755D-4BCD-949A-64035BCD649F}" dt="2023-04-13T12:02:27.892" v="570" actId="14100"/>
          <ac:grpSpMkLst>
            <pc:docMk/>
            <pc:sldMk cId="1629352983" sldId="274"/>
            <ac:grpSpMk id="31" creationId="{A2621EFE-C36D-097A-8572-629BF1DECD83}"/>
          </ac:grpSpMkLst>
        </pc:grpChg>
        <pc:picChg chg="mod">
          <ac:chgData name="이 창호" userId="92ba24a7-d58e-4179-98a0-3ca16608bcac" providerId="ADAL" clId="{A772926F-755D-4BCD-949A-64035BCD649F}" dt="2023-04-13T12:01:40.075" v="552" actId="571"/>
          <ac:picMkLst>
            <pc:docMk/>
            <pc:sldMk cId="1629352983" sldId="274"/>
            <ac:picMk id="7" creationId="{27026FC4-D4AB-917E-9E73-B4AEC693711B}"/>
          </ac:picMkLst>
        </pc:picChg>
        <pc:picChg chg="mod">
          <ac:chgData name="이 창호" userId="92ba24a7-d58e-4179-98a0-3ca16608bcac" providerId="ADAL" clId="{A772926F-755D-4BCD-949A-64035BCD649F}" dt="2023-04-13T12:02:27.892" v="570" actId="14100"/>
          <ac:picMkLst>
            <pc:docMk/>
            <pc:sldMk cId="1629352983" sldId="274"/>
            <ac:picMk id="20" creationId="{CE11F5C1-2FAE-1AD3-C97D-F8430186B1F6}"/>
          </ac:picMkLst>
        </pc:picChg>
        <pc:picChg chg="mod">
          <ac:chgData name="이 창호" userId="92ba24a7-d58e-4179-98a0-3ca16608bcac" providerId="ADAL" clId="{A772926F-755D-4BCD-949A-64035BCD649F}" dt="2023-04-13T12:02:27.892" v="570" actId="14100"/>
          <ac:picMkLst>
            <pc:docMk/>
            <pc:sldMk cId="1629352983" sldId="274"/>
            <ac:picMk id="25" creationId="{FFB5B56A-36BA-E3E7-A357-A3B2049D7102}"/>
          </ac:picMkLst>
        </pc:picChg>
        <pc:picChg chg="mod">
          <ac:chgData name="이 창호" userId="92ba24a7-d58e-4179-98a0-3ca16608bcac" providerId="ADAL" clId="{A772926F-755D-4BCD-949A-64035BCD649F}" dt="2023-04-13T12:02:27.892" v="570" actId="14100"/>
          <ac:picMkLst>
            <pc:docMk/>
            <pc:sldMk cId="1629352983" sldId="274"/>
            <ac:picMk id="1026" creationId="{CC8A9D9D-E81F-B2C2-7AF1-BBA12697B855}"/>
          </ac:picMkLst>
        </pc:picChg>
        <pc:picChg chg="mod">
          <ac:chgData name="이 창호" userId="92ba24a7-d58e-4179-98a0-3ca16608bcac" providerId="ADAL" clId="{A772926F-755D-4BCD-949A-64035BCD649F}" dt="2023-04-13T12:02:27.892" v="570" actId="14100"/>
          <ac:picMkLst>
            <pc:docMk/>
            <pc:sldMk cId="1629352983" sldId="274"/>
            <ac:picMk id="1030" creationId="{CF25F986-E57E-999E-FA06-64F1389359D3}"/>
          </ac:picMkLst>
        </pc:picChg>
        <pc:picChg chg="mod">
          <ac:chgData name="이 창호" userId="92ba24a7-d58e-4179-98a0-3ca16608bcac" providerId="ADAL" clId="{A772926F-755D-4BCD-949A-64035BCD649F}" dt="2023-04-13T12:02:27.892" v="570" actId="14100"/>
          <ac:picMkLst>
            <pc:docMk/>
            <pc:sldMk cId="1629352983" sldId="274"/>
            <ac:picMk id="1032" creationId="{D12805CF-65ED-899F-C757-251328F3BDC0}"/>
          </ac:picMkLst>
        </pc:picChg>
        <pc:picChg chg="mod">
          <ac:chgData name="이 창호" userId="92ba24a7-d58e-4179-98a0-3ca16608bcac" providerId="ADAL" clId="{A772926F-755D-4BCD-949A-64035BCD649F}" dt="2023-04-13T12:02:27.892" v="570" actId="14100"/>
          <ac:picMkLst>
            <pc:docMk/>
            <pc:sldMk cId="1629352983" sldId="274"/>
            <ac:picMk id="3076" creationId="{A5210DAB-2351-DC9D-667E-398087C830D6}"/>
          </ac:picMkLst>
        </pc:picChg>
        <pc:cxnChg chg="mod">
          <ac:chgData name="이 창호" userId="92ba24a7-d58e-4179-98a0-3ca16608bcac" providerId="ADAL" clId="{A772926F-755D-4BCD-949A-64035BCD649F}" dt="2023-04-13T12:02:27.892" v="570" actId="14100"/>
          <ac:cxnSpMkLst>
            <pc:docMk/>
            <pc:sldMk cId="1629352983" sldId="274"/>
            <ac:cxnSpMk id="12" creationId="{3D337BA3-4835-E1FE-EEB3-D536501AD4F7}"/>
          </ac:cxnSpMkLst>
        </pc:cxnChg>
        <pc:cxnChg chg="mod">
          <ac:chgData name="이 창호" userId="92ba24a7-d58e-4179-98a0-3ca16608bcac" providerId="ADAL" clId="{A772926F-755D-4BCD-949A-64035BCD649F}" dt="2023-04-13T12:02:27.892" v="570" actId="14100"/>
          <ac:cxnSpMkLst>
            <pc:docMk/>
            <pc:sldMk cId="1629352983" sldId="274"/>
            <ac:cxnSpMk id="44" creationId="{7A97AC58-91F7-BA7C-FFBB-610B30122B2A}"/>
          </ac:cxnSpMkLst>
        </pc:cxnChg>
        <pc:cxnChg chg="mod">
          <ac:chgData name="이 창호" userId="92ba24a7-d58e-4179-98a0-3ca16608bcac" providerId="ADAL" clId="{A772926F-755D-4BCD-949A-64035BCD649F}" dt="2023-04-13T12:02:27.892" v="570" actId="14100"/>
          <ac:cxnSpMkLst>
            <pc:docMk/>
            <pc:sldMk cId="1629352983" sldId="274"/>
            <ac:cxnSpMk id="48" creationId="{585051C4-65B6-3EA2-5F5A-C0F583955362}"/>
          </ac:cxnSpMkLst>
        </pc:cxnChg>
        <pc:cxnChg chg="mod">
          <ac:chgData name="이 창호" userId="92ba24a7-d58e-4179-98a0-3ca16608bcac" providerId="ADAL" clId="{A772926F-755D-4BCD-949A-64035BCD649F}" dt="2023-04-13T12:02:27.892" v="570" actId="14100"/>
          <ac:cxnSpMkLst>
            <pc:docMk/>
            <pc:sldMk cId="1629352983" sldId="274"/>
            <ac:cxnSpMk id="51" creationId="{BC1E3B9C-22D3-36A0-589A-EB07D6C99FDD}"/>
          </ac:cxnSpMkLst>
        </pc:cxnChg>
        <pc:cxnChg chg="mod">
          <ac:chgData name="이 창호" userId="92ba24a7-d58e-4179-98a0-3ca16608bcac" providerId="ADAL" clId="{A772926F-755D-4BCD-949A-64035BCD649F}" dt="2023-04-13T12:02:27.892" v="570" actId="14100"/>
          <ac:cxnSpMkLst>
            <pc:docMk/>
            <pc:sldMk cId="1629352983" sldId="274"/>
            <ac:cxnSpMk id="54" creationId="{CDC9DD3F-949B-1274-6E40-498B445BCEC5}"/>
          </ac:cxnSpMkLst>
        </pc:cxnChg>
      </pc:sldChg>
      <pc:sldChg chg="delSp modSp add del mod">
        <pc:chgData name="이 창호" userId="92ba24a7-d58e-4179-98a0-3ca16608bcac" providerId="ADAL" clId="{A772926F-755D-4BCD-949A-64035BCD649F}" dt="2023-04-13T12:03:50.016" v="590" actId="47"/>
        <pc:sldMkLst>
          <pc:docMk/>
          <pc:sldMk cId="2949492661" sldId="274"/>
        </pc:sldMkLst>
        <pc:spChg chg="mod">
          <ac:chgData name="이 창호" userId="92ba24a7-d58e-4179-98a0-3ca16608bcac" providerId="ADAL" clId="{A772926F-755D-4BCD-949A-64035BCD649F}" dt="2023-04-13T12:03:36.718" v="586" actId="1076"/>
          <ac:spMkLst>
            <pc:docMk/>
            <pc:sldMk cId="2949492661" sldId="274"/>
            <ac:spMk id="11" creationId="{9F78394D-6435-A155-E4F6-37E8483976CE}"/>
          </ac:spMkLst>
        </pc:spChg>
        <pc:spChg chg="del">
          <ac:chgData name="이 창호" userId="92ba24a7-d58e-4179-98a0-3ca16608bcac" providerId="ADAL" clId="{A772926F-755D-4BCD-949A-64035BCD649F}" dt="2023-04-13T12:03:31.952" v="585" actId="478"/>
          <ac:spMkLst>
            <pc:docMk/>
            <pc:sldMk cId="2949492661" sldId="274"/>
            <ac:spMk id="22" creationId="{957A409F-1259-8196-2718-D81D30CA5439}"/>
          </ac:spMkLst>
        </pc:spChg>
        <pc:spChg chg="mod">
          <ac:chgData name="이 창호" userId="92ba24a7-d58e-4179-98a0-3ca16608bcac" providerId="ADAL" clId="{A772926F-755D-4BCD-949A-64035BCD649F}" dt="2023-04-13T12:03:36.718" v="586" actId="1076"/>
          <ac:spMkLst>
            <pc:docMk/>
            <pc:sldMk cId="2949492661" sldId="274"/>
            <ac:spMk id="24" creationId="{351990ED-5CDD-009F-F2F9-EED827B15B2C}"/>
          </ac:spMkLst>
        </pc:spChg>
        <pc:spChg chg="mod">
          <ac:chgData name="이 창호" userId="92ba24a7-d58e-4179-98a0-3ca16608bcac" providerId="ADAL" clId="{A772926F-755D-4BCD-949A-64035BCD649F}" dt="2023-04-13T12:03:36.718" v="586" actId="1076"/>
          <ac:spMkLst>
            <pc:docMk/>
            <pc:sldMk cId="2949492661" sldId="274"/>
            <ac:spMk id="26" creationId="{18BB78FE-499D-E272-9ADF-F568F6427364}"/>
          </ac:spMkLst>
        </pc:spChg>
        <pc:spChg chg="mod">
          <ac:chgData name="이 창호" userId="92ba24a7-d58e-4179-98a0-3ca16608bcac" providerId="ADAL" clId="{A772926F-755D-4BCD-949A-64035BCD649F}" dt="2023-04-13T12:03:36.718" v="586" actId="1076"/>
          <ac:spMkLst>
            <pc:docMk/>
            <pc:sldMk cId="2949492661" sldId="274"/>
            <ac:spMk id="27" creationId="{5C6AFA89-5042-70EB-68A4-8543E580DA0D}"/>
          </ac:spMkLst>
        </pc:spChg>
        <pc:spChg chg="mod">
          <ac:chgData name="이 창호" userId="92ba24a7-d58e-4179-98a0-3ca16608bcac" providerId="ADAL" clId="{A772926F-755D-4BCD-949A-64035BCD649F}" dt="2023-04-13T12:03:36.718" v="586" actId="1076"/>
          <ac:spMkLst>
            <pc:docMk/>
            <pc:sldMk cId="2949492661" sldId="274"/>
            <ac:spMk id="28" creationId="{15A06BBB-FCC9-A9B5-005E-0E3A7FAA42B6}"/>
          </ac:spMkLst>
        </pc:spChg>
        <pc:spChg chg="mod">
          <ac:chgData name="이 창호" userId="92ba24a7-d58e-4179-98a0-3ca16608bcac" providerId="ADAL" clId="{A772926F-755D-4BCD-949A-64035BCD649F}" dt="2023-04-13T12:03:36.718" v="586" actId="1076"/>
          <ac:spMkLst>
            <pc:docMk/>
            <pc:sldMk cId="2949492661" sldId="274"/>
            <ac:spMk id="29" creationId="{0FCCF9CF-21AF-CDC6-128A-0D73EA038ED8}"/>
          </ac:spMkLst>
        </pc:spChg>
        <pc:grpChg chg="mod">
          <ac:chgData name="이 창호" userId="92ba24a7-d58e-4179-98a0-3ca16608bcac" providerId="ADAL" clId="{A772926F-755D-4BCD-949A-64035BCD649F}" dt="2023-04-13T12:03:36.718" v="586" actId="1076"/>
          <ac:grpSpMkLst>
            <pc:docMk/>
            <pc:sldMk cId="2949492661" sldId="274"/>
            <ac:grpSpMk id="4" creationId="{832DCE8C-5DF9-DFB4-BF1F-70BB5F37CE9D}"/>
          </ac:grpSpMkLst>
        </pc:grpChg>
        <pc:grpChg chg="mod">
          <ac:chgData name="이 창호" userId="92ba24a7-d58e-4179-98a0-3ca16608bcac" providerId="ADAL" clId="{A772926F-755D-4BCD-949A-64035BCD649F}" dt="2023-04-13T12:03:36.718" v="586" actId="1076"/>
          <ac:grpSpMkLst>
            <pc:docMk/>
            <pc:sldMk cId="2949492661" sldId="274"/>
            <ac:grpSpMk id="5" creationId="{7DEC5DF1-1A58-5A86-5C2C-E12136D8B8BA}"/>
          </ac:grpSpMkLst>
        </pc:grpChg>
        <pc:grpChg chg="mod">
          <ac:chgData name="이 창호" userId="92ba24a7-d58e-4179-98a0-3ca16608bcac" providerId="ADAL" clId="{A772926F-755D-4BCD-949A-64035BCD649F}" dt="2023-04-13T12:03:36.718" v="586" actId="1076"/>
          <ac:grpSpMkLst>
            <pc:docMk/>
            <pc:sldMk cId="2949492661" sldId="274"/>
            <ac:grpSpMk id="6" creationId="{E95CB0E0-8923-D86D-CF93-9FEA22412C16}"/>
          </ac:grpSpMkLst>
        </pc:grpChg>
        <pc:grpChg chg="mod">
          <ac:chgData name="이 창호" userId="92ba24a7-d58e-4179-98a0-3ca16608bcac" providerId="ADAL" clId="{A772926F-755D-4BCD-949A-64035BCD649F}" dt="2023-04-13T12:03:36.718" v="586" actId="1076"/>
          <ac:grpSpMkLst>
            <pc:docMk/>
            <pc:sldMk cId="2949492661" sldId="274"/>
            <ac:grpSpMk id="8" creationId="{1C6D4AEF-E050-B9E5-C1CE-E1BDAEC10C75}"/>
          </ac:grpSpMkLst>
        </pc:grpChg>
        <pc:grpChg chg="mod">
          <ac:chgData name="이 창호" userId="92ba24a7-d58e-4179-98a0-3ca16608bcac" providerId="ADAL" clId="{A772926F-755D-4BCD-949A-64035BCD649F}" dt="2023-04-13T12:03:36.718" v="586" actId="1076"/>
          <ac:grpSpMkLst>
            <pc:docMk/>
            <pc:sldMk cId="2949492661" sldId="274"/>
            <ac:grpSpMk id="30" creationId="{693950C4-0FE3-C8BA-E017-3FF95A5C115B}"/>
          </ac:grpSpMkLst>
        </pc:grpChg>
        <pc:grpChg chg="mod">
          <ac:chgData name="이 창호" userId="92ba24a7-d58e-4179-98a0-3ca16608bcac" providerId="ADAL" clId="{A772926F-755D-4BCD-949A-64035BCD649F}" dt="2023-04-13T12:03:36.718" v="586" actId="1076"/>
          <ac:grpSpMkLst>
            <pc:docMk/>
            <pc:sldMk cId="2949492661" sldId="274"/>
            <ac:grpSpMk id="31" creationId="{A2621EFE-C36D-097A-8572-629BF1DECD83}"/>
          </ac:grpSpMkLst>
        </pc:grpChg>
        <pc:picChg chg="mod">
          <ac:chgData name="이 창호" userId="92ba24a7-d58e-4179-98a0-3ca16608bcac" providerId="ADAL" clId="{A772926F-755D-4BCD-949A-64035BCD649F}" dt="2023-04-13T12:03:36.718" v="586" actId="1076"/>
          <ac:picMkLst>
            <pc:docMk/>
            <pc:sldMk cId="2949492661" sldId="274"/>
            <ac:picMk id="20" creationId="{CE11F5C1-2FAE-1AD3-C97D-F8430186B1F6}"/>
          </ac:picMkLst>
        </pc:picChg>
        <pc:picChg chg="mod">
          <ac:chgData name="이 창호" userId="92ba24a7-d58e-4179-98a0-3ca16608bcac" providerId="ADAL" clId="{A772926F-755D-4BCD-949A-64035BCD649F}" dt="2023-04-13T12:03:36.718" v="586" actId="1076"/>
          <ac:picMkLst>
            <pc:docMk/>
            <pc:sldMk cId="2949492661" sldId="274"/>
            <ac:picMk id="25" creationId="{FFB5B56A-36BA-E3E7-A357-A3B2049D7102}"/>
          </ac:picMkLst>
        </pc:picChg>
        <pc:picChg chg="mod">
          <ac:chgData name="이 창호" userId="92ba24a7-d58e-4179-98a0-3ca16608bcac" providerId="ADAL" clId="{A772926F-755D-4BCD-949A-64035BCD649F}" dt="2023-04-13T12:03:36.718" v="586" actId="1076"/>
          <ac:picMkLst>
            <pc:docMk/>
            <pc:sldMk cId="2949492661" sldId="274"/>
            <ac:picMk id="1026" creationId="{CC8A9D9D-E81F-B2C2-7AF1-BBA12697B855}"/>
          </ac:picMkLst>
        </pc:picChg>
        <pc:picChg chg="mod">
          <ac:chgData name="이 창호" userId="92ba24a7-d58e-4179-98a0-3ca16608bcac" providerId="ADAL" clId="{A772926F-755D-4BCD-949A-64035BCD649F}" dt="2023-04-13T12:03:36.718" v="586" actId="1076"/>
          <ac:picMkLst>
            <pc:docMk/>
            <pc:sldMk cId="2949492661" sldId="274"/>
            <ac:picMk id="1030" creationId="{CF25F986-E57E-999E-FA06-64F1389359D3}"/>
          </ac:picMkLst>
        </pc:picChg>
        <pc:picChg chg="mod">
          <ac:chgData name="이 창호" userId="92ba24a7-d58e-4179-98a0-3ca16608bcac" providerId="ADAL" clId="{A772926F-755D-4BCD-949A-64035BCD649F}" dt="2023-04-13T12:03:36.718" v="586" actId="1076"/>
          <ac:picMkLst>
            <pc:docMk/>
            <pc:sldMk cId="2949492661" sldId="274"/>
            <ac:picMk id="1032" creationId="{D12805CF-65ED-899F-C757-251328F3BDC0}"/>
          </ac:picMkLst>
        </pc:picChg>
        <pc:picChg chg="mod">
          <ac:chgData name="이 창호" userId="92ba24a7-d58e-4179-98a0-3ca16608bcac" providerId="ADAL" clId="{A772926F-755D-4BCD-949A-64035BCD649F}" dt="2023-04-13T12:03:36.718" v="586" actId="1076"/>
          <ac:picMkLst>
            <pc:docMk/>
            <pc:sldMk cId="2949492661" sldId="274"/>
            <ac:picMk id="3076" creationId="{A5210DAB-2351-DC9D-667E-398087C830D6}"/>
          </ac:picMkLst>
        </pc:picChg>
        <pc:cxnChg chg="mod">
          <ac:chgData name="이 창호" userId="92ba24a7-d58e-4179-98a0-3ca16608bcac" providerId="ADAL" clId="{A772926F-755D-4BCD-949A-64035BCD649F}" dt="2023-04-13T12:03:36.718" v="586" actId="1076"/>
          <ac:cxnSpMkLst>
            <pc:docMk/>
            <pc:sldMk cId="2949492661" sldId="274"/>
            <ac:cxnSpMk id="12" creationId="{3D337BA3-4835-E1FE-EEB3-D536501AD4F7}"/>
          </ac:cxnSpMkLst>
        </pc:cxnChg>
        <pc:cxnChg chg="mod">
          <ac:chgData name="이 창호" userId="92ba24a7-d58e-4179-98a0-3ca16608bcac" providerId="ADAL" clId="{A772926F-755D-4BCD-949A-64035BCD649F}" dt="2023-04-13T12:03:36.718" v="586" actId="1076"/>
          <ac:cxnSpMkLst>
            <pc:docMk/>
            <pc:sldMk cId="2949492661" sldId="274"/>
            <ac:cxnSpMk id="44" creationId="{7A97AC58-91F7-BA7C-FFBB-610B30122B2A}"/>
          </ac:cxnSpMkLst>
        </pc:cxnChg>
        <pc:cxnChg chg="mod">
          <ac:chgData name="이 창호" userId="92ba24a7-d58e-4179-98a0-3ca16608bcac" providerId="ADAL" clId="{A772926F-755D-4BCD-949A-64035BCD649F}" dt="2023-04-13T12:03:36.718" v="586" actId="1076"/>
          <ac:cxnSpMkLst>
            <pc:docMk/>
            <pc:sldMk cId="2949492661" sldId="274"/>
            <ac:cxnSpMk id="48" creationId="{585051C4-65B6-3EA2-5F5A-C0F583955362}"/>
          </ac:cxnSpMkLst>
        </pc:cxnChg>
        <pc:cxnChg chg="mod">
          <ac:chgData name="이 창호" userId="92ba24a7-d58e-4179-98a0-3ca16608bcac" providerId="ADAL" clId="{A772926F-755D-4BCD-949A-64035BCD649F}" dt="2023-04-13T12:03:36.718" v="586" actId="1076"/>
          <ac:cxnSpMkLst>
            <pc:docMk/>
            <pc:sldMk cId="2949492661" sldId="274"/>
            <ac:cxnSpMk id="51" creationId="{BC1E3B9C-22D3-36A0-589A-EB07D6C99FDD}"/>
          </ac:cxnSpMkLst>
        </pc:cxnChg>
        <pc:cxnChg chg="mod">
          <ac:chgData name="이 창호" userId="92ba24a7-d58e-4179-98a0-3ca16608bcac" providerId="ADAL" clId="{A772926F-755D-4BCD-949A-64035BCD649F}" dt="2023-04-13T12:03:36.718" v="586" actId="1076"/>
          <ac:cxnSpMkLst>
            <pc:docMk/>
            <pc:sldMk cId="2949492661" sldId="274"/>
            <ac:cxnSpMk id="54" creationId="{CDC9DD3F-949B-1274-6E40-498B445BCEC5}"/>
          </ac:cxnSpMkLst>
        </pc:cxnChg>
      </pc:sldChg>
      <pc:sldChg chg="add del">
        <pc:chgData name="이 창호" userId="92ba24a7-d58e-4179-98a0-3ca16608bcac" providerId="ADAL" clId="{A772926F-755D-4BCD-949A-64035BCD649F}" dt="2023-04-13T12:02:50.299" v="577"/>
        <pc:sldMkLst>
          <pc:docMk/>
          <pc:sldMk cId="1931151214" sldId="275"/>
        </pc:sldMkLst>
      </pc:sldChg>
      <pc:sldChg chg="modSp add del">
        <pc:chgData name="이 창호" userId="92ba24a7-d58e-4179-98a0-3ca16608bcac" providerId="ADAL" clId="{A772926F-755D-4BCD-949A-64035BCD649F}" dt="2023-04-13T12:04:24.801" v="600" actId="47"/>
        <pc:sldMkLst>
          <pc:docMk/>
          <pc:sldMk cId="2594369952" sldId="275"/>
        </pc:sldMkLst>
        <pc:spChg chg="mod">
          <ac:chgData name="이 창호" userId="92ba24a7-d58e-4179-98a0-3ca16608bcac" providerId="ADAL" clId="{A772926F-755D-4BCD-949A-64035BCD649F}" dt="2023-04-13T12:03:18.550" v="583" actId="14100"/>
          <ac:spMkLst>
            <pc:docMk/>
            <pc:sldMk cId="2594369952" sldId="275"/>
            <ac:spMk id="27" creationId="{5C6AFA89-5042-70EB-68A4-8543E580DA0D}"/>
          </ac:spMkLst>
        </pc:spChg>
        <pc:spChg chg="mod">
          <ac:chgData name="이 창호" userId="92ba24a7-d58e-4179-98a0-3ca16608bcac" providerId="ADAL" clId="{A772926F-755D-4BCD-949A-64035BCD649F}" dt="2023-04-13T12:03:18.550" v="583" actId="14100"/>
          <ac:spMkLst>
            <pc:docMk/>
            <pc:sldMk cId="2594369952" sldId="275"/>
            <ac:spMk id="28" creationId="{15A06BBB-FCC9-A9B5-005E-0E3A7FAA42B6}"/>
          </ac:spMkLst>
        </pc:spChg>
        <pc:spChg chg="mod">
          <ac:chgData name="이 창호" userId="92ba24a7-d58e-4179-98a0-3ca16608bcac" providerId="ADAL" clId="{A772926F-755D-4BCD-949A-64035BCD649F}" dt="2023-04-13T12:03:18.550" v="583" actId="14100"/>
          <ac:spMkLst>
            <pc:docMk/>
            <pc:sldMk cId="2594369952" sldId="275"/>
            <ac:spMk id="29" creationId="{0FCCF9CF-21AF-CDC6-128A-0D73EA038ED8}"/>
          </ac:spMkLst>
        </pc:spChg>
        <pc:grpChg chg="mod">
          <ac:chgData name="이 창호" userId="92ba24a7-d58e-4179-98a0-3ca16608bcac" providerId="ADAL" clId="{A772926F-755D-4BCD-949A-64035BCD649F}" dt="2023-04-13T12:03:18.550" v="583" actId="14100"/>
          <ac:grpSpMkLst>
            <pc:docMk/>
            <pc:sldMk cId="2594369952" sldId="275"/>
            <ac:grpSpMk id="4" creationId="{832DCE8C-5DF9-DFB4-BF1F-70BB5F37CE9D}"/>
          </ac:grpSpMkLst>
        </pc:grpChg>
        <pc:grpChg chg="mod">
          <ac:chgData name="이 창호" userId="92ba24a7-d58e-4179-98a0-3ca16608bcac" providerId="ADAL" clId="{A772926F-755D-4BCD-949A-64035BCD649F}" dt="2023-04-13T12:03:18.550" v="583" actId="14100"/>
          <ac:grpSpMkLst>
            <pc:docMk/>
            <pc:sldMk cId="2594369952" sldId="275"/>
            <ac:grpSpMk id="5" creationId="{7DEC5DF1-1A58-5A86-5C2C-E12136D8B8BA}"/>
          </ac:grpSpMkLst>
        </pc:grpChg>
        <pc:grpChg chg="mod">
          <ac:chgData name="이 창호" userId="92ba24a7-d58e-4179-98a0-3ca16608bcac" providerId="ADAL" clId="{A772926F-755D-4BCD-949A-64035BCD649F}" dt="2023-04-13T12:03:18.550" v="583" actId="14100"/>
          <ac:grpSpMkLst>
            <pc:docMk/>
            <pc:sldMk cId="2594369952" sldId="275"/>
            <ac:grpSpMk id="6" creationId="{E95CB0E0-8923-D86D-CF93-9FEA22412C16}"/>
          </ac:grpSpMkLst>
        </pc:grpChg>
        <pc:picChg chg="mod">
          <ac:chgData name="이 창호" userId="92ba24a7-d58e-4179-98a0-3ca16608bcac" providerId="ADAL" clId="{A772926F-755D-4BCD-949A-64035BCD649F}" dt="2023-04-13T12:03:18.550" v="583" actId="14100"/>
          <ac:picMkLst>
            <pc:docMk/>
            <pc:sldMk cId="2594369952" sldId="275"/>
            <ac:picMk id="25" creationId="{FFB5B56A-36BA-E3E7-A357-A3B2049D7102}"/>
          </ac:picMkLst>
        </pc:picChg>
        <pc:picChg chg="mod">
          <ac:chgData name="이 창호" userId="92ba24a7-d58e-4179-98a0-3ca16608bcac" providerId="ADAL" clId="{A772926F-755D-4BCD-949A-64035BCD649F}" dt="2023-04-13T12:03:18.550" v="583" actId="14100"/>
          <ac:picMkLst>
            <pc:docMk/>
            <pc:sldMk cId="2594369952" sldId="275"/>
            <ac:picMk id="1030" creationId="{CF25F986-E57E-999E-FA06-64F1389359D3}"/>
          </ac:picMkLst>
        </pc:picChg>
        <pc:picChg chg="mod">
          <ac:chgData name="이 창호" userId="92ba24a7-d58e-4179-98a0-3ca16608bcac" providerId="ADAL" clId="{A772926F-755D-4BCD-949A-64035BCD649F}" dt="2023-04-13T12:03:18.550" v="583" actId="14100"/>
          <ac:picMkLst>
            <pc:docMk/>
            <pc:sldMk cId="2594369952" sldId="275"/>
            <ac:picMk id="1032" creationId="{D12805CF-65ED-899F-C757-251328F3BDC0}"/>
          </ac:picMkLst>
        </pc:picChg>
        <pc:cxnChg chg="mod">
          <ac:chgData name="이 창호" userId="92ba24a7-d58e-4179-98a0-3ca16608bcac" providerId="ADAL" clId="{A772926F-755D-4BCD-949A-64035BCD649F}" dt="2023-04-13T12:03:18.550" v="583" actId="14100"/>
          <ac:cxnSpMkLst>
            <pc:docMk/>
            <pc:sldMk cId="2594369952" sldId="275"/>
            <ac:cxnSpMk id="12" creationId="{3D337BA3-4835-E1FE-EEB3-D536501AD4F7}"/>
          </ac:cxnSpMkLst>
        </pc:cxnChg>
        <pc:cxnChg chg="mod">
          <ac:chgData name="이 창호" userId="92ba24a7-d58e-4179-98a0-3ca16608bcac" providerId="ADAL" clId="{A772926F-755D-4BCD-949A-64035BCD649F}" dt="2023-04-13T12:03:18.550" v="583" actId="14100"/>
          <ac:cxnSpMkLst>
            <pc:docMk/>
            <pc:sldMk cId="2594369952" sldId="275"/>
            <ac:cxnSpMk id="48" creationId="{585051C4-65B6-3EA2-5F5A-C0F583955362}"/>
          </ac:cxnSpMkLst>
        </pc:cxnChg>
        <pc:cxnChg chg="mod">
          <ac:chgData name="이 창호" userId="92ba24a7-d58e-4179-98a0-3ca16608bcac" providerId="ADAL" clId="{A772926F-755D-4BCD-949A-64035BCD649F}" dt="2023-04-13T12:03:18.550" v="583" actId="14100"/>
          <ac:cxnSpMkLst>
            <pc:docMk/>
            <pc:sldMk cId="2594369952" sldId="275"/>
            <ac:cxnSpMk id="51" creationId="{BC1E3B9C-22D3-36A0-589A-EB07D6C99FDD}"/>
          </ac:cxnSpMkLst>
        </pc:cxnChg>
        <pc:cxnChg chg="mod">
          <ac:chgData name="이 창호" userId="92ba24a7-d58e-4179-98a0-3ca16608bcac" providerId="ADAL" clId="{A772926F-755D-4BCD-949A-64035BCD649F}" dt="2023-04-13T12:03:18.550" v="583" actId="14100"/>
          <ac:cxnSpMkLst>
            <pc:docMk/>
            <pc:sldMk cId="2594369952" sldId="275"/>
            <ac:cxnSpMk id="54" creationId="{CDC9DD3F-949B-1274-6E40-498B445BCEC5}"/>
          </ac:cxnSpMkLst>
        </pc:cxnChg>
      </pc:sldChg>
      <pc:sldChg chg="add del">
        <pc:chgData name="이 창호" userId="92ba24a7-d58e-4179-98a0-3ca16608bcac" providerId="ADAL" clId="{A772926F-755D-4BCD-949A-64035BCD649F}" dt="2023-04-13T12:02:26.539" v="569"/>
        <pc:sldMkLst>
          <pc:docMk/>
          <pc:sldMk cId="3691055962" sldId="275"/>
        </pc:sldMkLst>
      </pc:sldChg>
      <pc:sldChg chg="add del">
        <pc:chgData name="이 창호" userId="92ba24a7-d58e-4179-98a0-3ca16608bcac" providerId="ADAL" clId="{A772926F-755D-4BCD-949A-64035BCD649F}" dt="2023-04-13T12:04:23.809" v="599" actId="47"/>
        <pc:sldMkLst>
          <pc:docMk/>
          <pc:sldMk cId="1062489071" sldId="276"/>
        </pc:sldMkLst>
      </pc:sldChg>
      <pc:sldChg chg="add del">
        <pc:chgData name="이 창호" userId="92ba24a7-d58e-4179-98a0-3ca16608bcac" providerId="ADAL" clId="{A772926F-755D-4BCD-949A-64035BCD649F}" dt="2023-04-13T12:02:12.523" v="562"/>
        <pc:sldMkLst>
          <pc:docMk/>
          <pc:sldMk cId="3440733735" sldId="276"/>
        </pc:sldMkLst>
      </pc:sldChg>
      <pc:sldChg chg="add del">
        <pc:chgData name="이 창호" userId="92ba24a7-d58e-4179-98a0-3ca16608bcac" providerId="ADAL" clId="{A772926F-755D-4BCD-949A-64035BCD649F}" dt="2023-04-13T12:02:23.779" v="566"/>
        <pc:sldMkLst>
          <pc:docMk/>
          <pc:sldMk cId="3641760762" sldId="276"/>
        </pc:sldMkLst>
      </pc:sldChg>
      <pc:sldChg chg="addSp delSp modSp add mod">
        <pc:chgData name="이 창호" userId="92ba24a7-d58e-4179-98a0-3ca16608bcac" providerId="ADAL" clId="{A772926F-755D-4BCD-949A-64035BCD649F}" dt="2023-04-13T12:15:26.058" v="829" actId="20577"/>
        <pc:sldMkLst>
          <pc:docMk/>
          <pc:sldMk cId="2168638868" sldId="277"/>
        </pc:sldMkLst>
        <pc:spChg chg="add mod">
          <ac:chgData name="이 창호" userId="92ba24a7-d58e-4179-98a0-3ca16608bcac" providerId="ADAL" clId="{A772926F-755D-4BCD-949A-64035BCD649F}" dt="2023-04-13T12:15:26.058" v="829" actId="20577"/>
          <ac:spMkLst>
            <pc:docMk/>
            <pc:sldMk cId="2168638868" sldId="277"/>
            <ac:spMk id="2" creationId="{17A324E0-59AA-A980-B619-B97EA7037FAD}"/>
          </ac:spMkLst>
        </pc:spChg>
        <pc:spChg chg="add mod">
          <ac:chgData name="이 창호" userId="92ba24a7-d58e-4179-98a0-3ca16608bcac" providerId="ADAL" clId="{A772926F-755D-4BCD-949A-64035BCD649F}" dt="2023-04-13T12:15:23.426" v="828" actId="20577"/>
          <ac:spMkLst>
            <pc:docMk/>
            <pc:sldMk cId="2168638868" sldId="277"/>
            <ac:spMk id="3" creationId="{4F7C8F03-7049-DD74-8C2C-7ADD99FB7714}"/>
          </ac:spMkLst>
        </pc:spChg>
        <pc:spChg chg="mod">
          <ac:chgData name="이 창호" userId="92ba24a7-d58e-4179-98a0-3ca16608bcac" providerId="ADAL" clId="{A772926F-755D-4BCD-949A-64035BCD649F}" dt="2023-04-13T12:03:47.959" v="589" actId="1076"/>
          <ac:spMkLst>
            <pc:docMk/>
            <pc:sldMk cId="2168638868" sldId="277"/>
            <ac:spMk id="11" creationId="{9F78394D-6435-A155-E4F6-37E8483976CE}"/>
          </ac:spMkLst>
        </pc:spChg>
        <pc:spChg chg="add del mod">
          <ac:chgData name="이 창호" userId="92ba24a7-d58e-4179-98a0-3ca16608bcac" providerId="ADAL" clId="{A772926F-755D-4BCD-949A-64035BCD649F}" dt="2023-04-13T12:09:33.809" v="685" actId="478"/>
          <ac:spMkLst>
            <pc:docMk/>
            <pc:sldMk cId="2168638868" sldId="277"/>
            <ac:spMk id="21" creationId="{0A1F0C04-B54F-80BA-B25D-C7FD6FB23E65}"/>
          </ac:spMkLst>
        </pc:spChg>
        <pc:spChg chg="del">
          <ac:chgData name="이 창호" userId="92ba24a7-d58e-4179-98a0-3ca16608bcac" providerId="ADAL" clId="{A772926F-755D-4BCD-949A-64035BCD649F}" dt="2023-04-13T12:03:43.208" v="588" actId="478"/>
          <ac:spMkLst>
            <pc:docMk/>
            <pc:sldMk cId="2168638868" sldId="277"/>
            <ac:spMk id="22" creationId="{957A409F-1259-8196-2718-D81D30CA5439}"/>
          </ac:spMkLst>
        </pc:spChg>
        <pc:spChg chg="add del mod">
          <ac:chgData name="이 창호" userId="92ba24a7-d58e-4179-98a0-3ca16608bcac" providerId="ADAL" clId="{A772926F-755D-4BCD-949A-64035BCD649F}" dt="2023-04-13T12:08:13.429" v="651"/>
          <ac:spMkLst>
            <pc:docMk/>
            <pc:sldMk cId="2168638868" sldId="277"/>
            <ac:spMk id="23" creationId="{3F7D8CDE-399C-14EA-892C-A39344ADA783}"/>
          </ac:spMkLst>
        </pc:spChg>
        <pc:spChg chg="mod">
          <ac:chgData name="이 창호" userId="92ba24a7-d58e-4179-98a0-3ca16608bcac" providerId="ADAL" clId="{A772926F-755D-4BCD-949A-64035BCD649F}" dt="2023-04-13T12:04:03.201" v="596" actId="14100"/>
          <ac:spMkLst>
            <pc:docMk/>
            <pc:sldMk cId="2168638868" sldId="277"/>
            <ac:spMk id="24" creationId="{351990ED-5CDD-009F-F2F9-EED827B15B2C}"/>
          </ac:spMkLst>
        </pc:spChg>
        <pc:spChg chg="mod">
          <ac:chgData name="이 창호" userId="92ba24a7-d58e-4179-98a0-3ca16608bcac" providerId="ADAL" clId="{A772926F-755D-4BCD-949A-64035BCD649F}" dt="2023-04-13T12:04:03.201" v="596" actId="14100"/>
          <ac:spMkLst>
            <pc:docMk/>
            <pc:sldMk cId="2168638868" sldId="277"/>
            <ac:spMk id="26" creationId="{18BB78FE-499D-E272-9ADF-F568F6427364}"/>
          </ac:spMkLst>
        </pc:spChg>
        <pc:spChg chg="mod">
          <ac:chgData name="이 창호" userId="92ba24a7-d58e-4179-98a0-3ca16608bcac" providerId="ADAL" clId="{A772926F-755D-4BCD-949A-64035BCD649F}" dt="2023-04-13T12:03:47.959" v="589" actId="1076"/>
          <ac:spMkLst>
            <pc:docMk/>
            <pc:sldMk cId="2168638868" sldId="277"/>
            <ac:spMk id="27" creationId="{5C6AFA89-5042-70EB-68A4-8543E580DA0D}"/>
          </ac:spMkLst>
        </pc:spChg>
        <pc:spChg chg="mod">
          <ac:chgData name="이 창호" userId="92ba24a7-d58e-4179-98a0-3ca16608bcac" providerId="ADAL" clId="{A772926F-755D-4BCD-949A-64035BCD649F}" dt="2023-04-13T12:03:47.959" v="589" actId="1076"/>
          <ac:spMkLst>
            <pc:docMk/>
            <pc:sldMk cId="2168638868" sldId="277"/>
            <ac:spMk id="28" creationId="{15A06BBB-FCC9-A9B5-005E-0E3A7FAA42B6}"/>
          </ac:spMkLst>
        </pc:spChg>
        <pc:spChg chg="mod">
          <ac:chgData name="이 창호" userId="92ba24a7-d58e-4179-98a0-3ca16608bcac" providerId="ADAL" clId="{A772926F-755D-4BCD-949A-64035BCD649F}" dt="2023-04-13T12:03:47.959" v="589" actId="1076"/>
          <ac:spMkLst>
            <pc:docMk/>
            <pc:sldMk cId="2168638868" sldId="277"/>
            <ac:spMk id="29" creationId="{0FCCF9CF-21AF-CDC6-128A-0D73EA038ED8}"/>
          </ac:spMkLst>
        </pc:spChg>
        <pc:grpChg chg="mod">
          <ac:chgData name="이 창호" userId="92ba24a7-d58e-4179-98a0-3ca16608bcac" providerId="ADAL" clId="{A772926F-755D-4BCD-949A-64035BCD649F}" dt="2023-04-13T12:03:47.959" v="589" actId="1076"/>
          <ac:grpSpMkLst>
            <pc:docMk/>
            <pc:sldMk cId="2168638868" sldId="277"/>
            <ac:grpSpMk id="4" creationId="{832DCE8C-5DF9-DFB4-BF1F-70BB5F37CE9D}"/>
          </ac:grpSpMkLst>
        </pc:grpChg>
        <pc:grpChg chg="mod">
          <ac:chgData name="이 창호" userId="92ba24a7-d58e-4179-98a0-3ca16608bcac" providerId="ADAL" clId="{A772926F-755D-4BCD-949A-64035BCD649F}" dt="2023-04-13T12:03:47.959" v="589" actId="1076"/>
          <ac:grpSpMkLst>
            <pc:docMk/>
            <pc:sldMk cId="2168638868" sldId="277"/>
            <ac:grpSpMk id="5" creationId="{7DEC5DF1-1A58-5A86-5C2C-E12136D8B8BA}"/>
          </ac:grpSpMkLst>
        </pc:grpChg>
        <pc:grpChg chg="mod">
          <ac:chgData name="이 창호" userId="92ba24a7-d58e-4179-98a0-3ca16608bcac" providerId="ADAL" clId="{A772926F-755D-4BCD-949A-64035BCD649F}" dt="2023-04-13T12:03:47.959" v="589" actId="1076"/>
          <ac:grpSpMkLst>
            <pc:docMk/>
            <pc:sldMk cId="2168638868" sldId="277"/>
            <ac:grpSpMk id="6" creationId="{E95CB0E0-8923-D86D-CF93-9FEA22412C16}"/>
          </ac:grpSpMkLst>
        </pc:grpChg>
        <pc:grpChg chg="mod">
          <ac:chgData name="이 창호" userId="92ba24a7-d58e-4179-98a0-3ca16608bcac" providerId="ADAL" clId="{A772926F-755D-4BCD-949A-64035BCD649F}" dt="2023-04-13T12:04:03.201" v="596" actId="14100"/>
          <ac:grpSpMkLst>
            <pc:docMk/>
            <pc:sldMk cId="2168638868" sldId="277"/>
            <ac:grpSpMk id="8" creationId="{1C6D4AEF-E050-B9E5-C1CE-E1BDAEC10C75}"/>
          </ac:grpSpMkLst>
        </pc:grpChg>
        <pc:grpChg chg="add del mod">
          <ac:chgData name="이 창호" userId="92ba24a7-d58e-4179-98a0-3ca16608bcac" providerId="ADAL" clId="{A772926F-755D-4BCD-949A-64035BCD649F}" dt="2023-04-13T12:07:42.561" v="641" actId="478"/>
          <ac:grpSpMkLst>
            <pc:docMk/>
            <pc:sldMk cId="2168638868" sldId="277"/>
            <ac:grpSpMk id="13" creationId="{FF2D5A05-DB88-9670-2E5C-914CE6D626AC}"/>
          </ac:grpSpMkLst>
        </pc:grpChg>
        <pc:grpChg chg="mod">
          <ac:chgData name="이 창호" userId="92ba24a7-d58e-4179-98a0-3ca16608bcac" providerId="ADAL" clId="{A772926F-755D-4BCD-949A-64035BCD649F}" dt="2023-04-13T12:04:03.201" v="596" actId="14100"/>
          <ac:grpSpMkLst>
            <pc:docMk/>
            <pc:sldMk cId="2168638868" sldId="277"/>
            <ac:grpSpMk id="30" creationId="{693950C4-0FE3-C8BA-E017-3FF95A5C115B}"/>
          </ac:grpSpMkLst>
        </pc:grpChg>
        <pc:grpChg chg="mod">
          <ac:chgData name="이 창호" userId="92ba24a7-d58e-4179-98a0-3ca16608bcac" providerId="ADAL" clId="{A772926F-755D-4BCD-949A-64035BCD649F}" dt="2023-04-13T12:03:47.959" v="589" actId="1076"/>
          <ac:grpSpMkLst>
            <pc:docMk/>
            <pc:sldMk cId="2168638868" sldId="277"/>
            <ac:grpSpMk id="31" creationId="{A2621EFE-C36D-097A-8572-629BF1DECD83}"/>
          </ac:grpSpMkLst>
        </pc:grpChg>
        <pc:graphicFrameChg chg="add del mod modGraphic">
          <ac:chgData name="이 창호" userId="92ba24a7-d58e-4179-98a0-3ca16608bcac" providerId="ADAL" clId="{A772926F-755D-4BCD-949A-64035BCD649F}" dt="2023-04-13T12:06:27.946" v="631" actId="478"/>
          <ac:graphicFrameMkLst>
            <pc:docMk/>
            <pc:sldMk cId="2168638868" sldId="277"/>
            <ac:graphicFrameMk id="7" creationId="{5B93C54E-A375-986E-0D42-B8BF24517FFA}"/>
          </ac:graphicFrameMkLst>
        </pc:graphicFrameChg>
        <pc:graphicFrameChg chg="add del mod modGraphic">
          <ac:chgData name="이 창호" userId="92ba24a7-d58e-4179-98a0-3ca16608bcac" providerId="ADAL" clId="{A772926F-755D-4BCD-949A-64035BCD649F}" dt="2023-04-13T12:07:25.976" v="637" actId="478"/>
          <ac:graphicFrameMkLst>
            <pc:docMk/>
            <pc:sldMk cId="2168638868" sldId="277"/>
            <ac:graphicFrameMk id="9" creationId="{192E8233-B326-1E9B-A62B-A164EEAA0E6B}"/>
          </ac:graphicFrameMkLst>
        </pc:graphicFrameChg>
        <pc:graphicFrameChg chg="add del mod modGraphic">
          <ac:chgData name="이 창호" userId="92ba24a7-d58e-4179-98a0-3ca16608bcac" providerId="ADAL" clId="{A772926F-755D-4BCD-949A-64035BCD649F}" dt="2023-04-13T12:07:26.240" v="638" actId="478"/>
          <ac:graphicFrameMkLst>
            <pc:docMk/>
            <pc:sldMk cId="2168638868" sldId="277"/>
            <ac:graphicFrameMk id="10" creationId="{BE9B9FEA-903B-2FB4-C15B-E246AFBA7D12}"/>
          </ac:graphicFrameMkLst>
        </pc:graphicFrameChg>
        <pc:picChg chg="del mod">
          <ac:chgData name="이 창호" userId="92ba24a7-d58e-4179-98a0-3ca16608bcac" providerId="ADAL" clId="{A772926F-755D-4BCD-949A-64035BCD649F}" dt="2023-04-13T12:07:42.561" v="641" actId="478"/>
          <ac:picMkLst>
            <pc:docMk/>
            <pc:sldMk cId="2168638868" sldId="277"/>
            <ac:picMk id="14" creationId="{9AD1F067-3F7E-7B5A-7C35-7C5881FA1863}"/>
          </ac:picMkLst>
        </pc:picChg>
        <pc:picChg chg="mod">
          <ac:chgData name="이 창호" userId="92ba24a7-d58e-4179-98a0-3ca16608bcac" providerId="ADAL" clId="{A772926F-755D-4BCD-949A-64035BCD649F}" dt="2023-04-13T12:03:47.959" v="589" actId="1076"/>
          <ac:picMkLst>
            <pc:docMk/>
            <pc:sldMk cId="2168638868" sldId="277"/>
            <ac:picMk id="20" creationId="{CE11F5C1-2FAE-1AD3-C97D-F8430186B1F6}"/>
          </ac:picMkLst>
        </pc:picChg>
        <pc:picChg chg="mod">
          <ac:chgData name="이 창호" userId="92ba24a7-d58e-4179-98a0-3ca16608bcac" providerId="ADAL" clId="{A772926F-755D-4BCD-949A-64035BCD649F}" dt="2023-04-13T12:03:47.959" v="589" actId="1076"/>
          <ac:picMkLst>
            <pc:docMk/>
            <pc:sldMk cId="2168638868" sldId="277"/>
            <ac:picMk id="25" creationId="{FFB5B56A-36BA-E3E7-A357-A3B2049D7102}"/>
          </ac:picMkLst>
        </pc:picChg>
        <pc:picChg chg="add del mod modCrop">
          <ac:chgData name="이 창호" userId="92ba24a7-d58e-4179-98a0-3ca16608bcac" providerId="ADAL" clId="{A772926F-755D-4BCD-949A-64035BCD649F}" dt="2023-04-13T12:08:44.425" v="669" actId="478"/>
          <ac:picMkLst>
            <pc:docMk/>
            <pc:sldMk cId="2168638868" sldId="277"/>
            <ac:picMk id="32" creationId="{1E5F26B4-1024-13B6-1E1B-0350561DA1E5}"/>
          </ac:picMkLst>
        </pc:picChg>
        <pc:picChg chg="mod">
          <ac:chgData name="이 창호" userId="92ba24a7-d58e-4179-98a0-3ca16608bcac" providerId="ADAL" clId="{A772926F-755D-4BCD-949A-64035BCD649F}" dt="2023-04-13T12:04:03.201" v="596" actId="14100"/>
          <ac:picMkLst>
            <pc:docMk/>
            <pc:sldMk cId="2168638868" sldId="277"/>
            <ac:picMk id="1026" creationId="{CC8A9D9D-E81F-B2C2-7AF1-BBA12697B855}"/>
          </ac:picMkLst>
        </pc:picChg>
        <pc:picChg chg="mod">
          <ac:chgData name="이 창호" userId="92ba24a7-d58e-4179-98a0-3ca16608bcac" providerId="ADAL" clId="{A772926F-755D-4BCD-949A-64035BCD649F}" dt="2023-04-13T12:03:47.959" v="589" actId="1076"/>
          <ac:picMkLst>
            <pc:docMk/>
            <pc:sldMk cId="2168638868" sldId="277"/>
            <ac:picMk id="1030" creationId="{CF25F986-E57E-999E-FA06-64F1389359D3}"/>
          </ac:picMkLst>
        </pc:picChg>
        <pc:picChg chg="mod">
          <ac:chgData name="이 창호" userId="92ba24a7-d58e-4179-98a0-3ca16608bcac" providerId="ADAL" clId="{A772926F-755D-4BCD-949A-64035BCD649F}" dt="2023-04-13T12:03:47.959" v="589" actId="1076"/>
          <ac:picMkLst>
            <pc:docMk/>
            <pc:sldMk cId="2168638868" sldId="277"/>
            <ac:picMk id="1032" creationId="{D12805CF-65ED-899F-C757-251328F3BDC0}"/>
          </ac:picMkLst>
        </pc:picChg>
        <pc:picChg chg="mod">
          <ac:chgData name="이 창호" userId="92ba24a7-d58e-4179-98a0-3ca16608bcac" providerId="ADAL" clId="{A772926F-755D-4BCD-949A-64035BCD649F}" dt="2023-04-13T12:04:03.201" v="596" actId="14100"/>
          <ac:picMkLst>
            <pc:docMk/>
            <pc:sldMk cId="2168638868" sldId="277"/>
            <ac:picMk id="3076" creationId="{A5210DAB-2351-DC9D-667E-398087C830D6}"/>
          </ac:picMkLst>
        </pc:picChg>
        <pc:cxnChg chg="mod">
          <ac:chgData name="이 창호" userId="92ba24a7-d58e-4179-98a0-3ca16608bcac" providerId="ADAL" clId="{A772926F-755D-4BCD-949A-64035BCD649F}" dt="2023-04-13T12:03:47.959" v="589" actId="1076"/>
          <ac:cxnSpMkLst>
            <pc:docMk/>
            <pc:sldMk cId="2168638868" sldId="277"/>
            <ac:cxnSpMk id="12" creationId="{3D337BA3-4835-E1FE-EEB3-D536501AD4F7}"/>
          </ac:cxnSpMkLst>
        </pc:cxnChg>
        <pc:cxnChg chg="add mod">
          <ac:chgData name="이 창호" userId="92ba24a7-d58e-4179-98a0-3ca16608bcac" providerId="ADAL" clId="{A772926F-755D-4BCD-949A-64035BCD649F}" dt="2023-04-13T12:09:50.358" v="689" actId="1076"/>
          <ac:cxnSpMkLst>
            <pc:docMk/>
            <pc:sldMk cId="2168638868" sldId="277"/>
            <ac:cxnSpMk id="34" creationId="{82446540-A50B-DE60-2DF2-77F6CFC8C79F}"/>
          </ac:cxnSpMkLst>
        </pc:cxnChg>
        <pc:cxnChg chg="mod">
          <ac:chgData name="이 창호" userId="92ba24a7-d58e-4179-98a0-3ca16608bcac" providerId="ADAL" clId="{A772926F-755D-4BCD-949A-64035BCD649F}" dt="2023-04-13T12:04:03.201" v="596" actId="14100"/>
          <ac:cxnSpMkLst>
            <pc:docMk/>
            <pc:sldMk cId="2168638868" sldId="277"/>
            <ac:cxnSpMk id="44" creationId="{7A97AC58-91F7-BA7C-FFBB-610B30122B2A}"/>
          </ac:cxnSpMkLst>
        </pc:cxnChg>
        <pc:cxnChg chg="mod">
          <ac:chgData name="이 창호" userId="92ba24a7-d58e-4179-98a0-3ca16608bcac" providerId="ADAL" clId="{A772926F-755D-4BCD-949A-64035BCD649F}" dt="2023-04-13T12:04:03.201" v="596" actId="14100"/>
          <ac:cxnSpMkLst>
            <pc:docMk/>
            <pc:sldMk cId="2168638868" sldId="277"/>
            <ac:cxnSpMk id="48" creationId="{585051C4-65B6-3EA2-5F5A-C0F583955362}"/>
          </ac:cxnSpMkLst>
        </pc:cxnChg>
        <pc:cxnChg chg="mod">
          <ac:chgData name="이 창호" userId="92ba24a7-d58e-4179-98a0-3ca16608bcac" providerId="ADAL" clId="{A772926F-755D-4BCD-949A-64035BCD649F}" dt="2023-04-13T12:03:47.959" v="589" actId="1076"/>
          <ac:cxnSpMkLst>
            <pc:docMk/>
            <pc:sldMk cId="2168638868" sldId="277"/>
            <ac:cxnSpMk id="51" creationId="{BC1E3B9C-22D3-36A0-589A-EB07D6C99FDD}"/>
          </ac:cxnSpMkLst>
        </pc:cxnChg>
        <pc:cxnChg chg="mod">
          <ac:chgData name="이 창호" userId="92ba24a7-d58e-4179-98a0-3ca16608bcac" providerId="ADAL" clId="{A772926F-755D-4BCD-949A-64035BCD649F}" dt="2023-04-13T12:03:47.959" v="589" actId="1076"/>
          <ac:cxnSpMkLst>
            <pc:docMk/>
            <pc:sldMk cId="2168638868" sldId="277"/>
            <ac:cxnSpMk id="54" creationId="{CDC9DD3F-949B-1274-6E40-498B445BCEC5}"/>
          </ac:cxnSpMkLst>
        </pc:cxnChg>
      </pc:sldChg>
      <pc:sldChg chg="addSp delSp modSp add mod">
        <pc:chgData name="이 창호" userId="92ba24a7-d58e-4179-98a0-3ca16608bcac" providerId="ADAL" clId="{A772926F-755D-4BCD-949A-64035BCD649F}" dt="2023-04-13T12:12:33.579" v="771"/>
        <pc:sldMkLst>
          <pc:docMk/>
          <pc:sldMk cId="3812872245" sldId="278"/>
        </pc:sldMkLst>
        <pc:spChg chg="add mod">
          <ac:chgData name="이 창호" userId="92ba24a7-d58e-4179-98a0-3ca16608bcac" providerId="ADAL" clId="{A772926F-755D-4BCD-949A-64035BCD649F}" dt="2023-04-13T12:10:57.102" v="753"/>
          <ac:spMkLst>
            <pc:docMk/>
            <pc:sldMk cId="3812872245" sldId="278"/>
            <ac:spMk id="2" creationId="{747561C1-9B3F-77D3-06DC-D7915C2B7335}"/>
          </ac:spMkLst>
        </pc:spChg>
        <pc:spChg chg="add del mod">
          <ac:chgData name="이 창호" userId="92ba24a7-d58e-4179-98a0-3ca16608bcac" providerId="ADAL" clId="{A772926F-755D-4BCD-949A-64035BCD649F}" dt="2023-04-13T12:11:03.219" v="754" actId="478"/>
          <ac:spMkLst>
            <pc:docMk/>
            <pc:sldMk cId="3812872245" sldId="278"/>
            <ac:spMk id="3" creationId="{89078800-0140-1B63-EEBF-4A0B3B856D32}"/>
          </ac:spMkLst>
        </pc:spChg>
        <pc:spChg chg="add mod">
          <ac:chgData name="이 창호" userId="92ba24a7-d58e-4179-98a0-3ca16608bcac" providerId="ADAL" clId="{A772926F-755D-4BCD-949A-64035BCD649F}" dt="2023-04-13T12:12:33.579" v="771"/>
          <ac:spMkLst>
            <pc:docMk/>
            <pc:sldMk cId="3812872245" sldId="278"/>
            <ac:spMk id="7" creationId="{1D35C21B-1BF0-9B00-D6D9-4EBDE4565B63}"/>
          </ac:spMkLst>
        </pc:spChg>
        <pc:spChg chg="mod">
          <ac:chgData name="이 창호" userId="92ba24a7-d58e-4179-98a0-3ca16608bcac" providerId="ADAL" clId="{A772926F-755D-4BCD-949A-64035BCD649F}" dt="2023-04-13T12:04:10.410" v="597" actId="14100"/>
          <ac:spMkLst>
            <pc:docMk/>
            <pc:sldMk cId="3812872245" sldId="278"/>
            <ac:spMk id="27" creationId="{5C6AFA89-5042-70EB-68A4-8543E580DA0D}"/>
          </ac:spMkLst>
        </pc:spChg>
        <pc:spChg chg="mod">
          <ac:chgData name="이 창호" userId="92ba24a7-d58e-4179-98a0-3ca16608bcac" providerId="ADAL" clId="{A772926F-755D-4BCD-949A-64035BCD649F}" dt="2023-04-13T12:04:10.410" v="597" actId="14100"/>
          <ac:spMkLst>
            <pc:docMk/>
            <pc:sldMk cId="3812872245" sldId="278"/>
            <ac:spMk id="28" creationId="{15A06BBB-FCC9-A9B5-005E-0E3A7FAA42B6}"/>
          </ac:spMkLst>
        </pc:spChg>
        <pc:spChg chg="mod">
          <ac:chgData name="이 창호" userId="92ba24a7-d58e-4179-98a0-3ca16608bcac" providerId="ADAL" clId="{A772926F-755D-4BCD-949A-64035BCD649F}" dt="2023-04-13T12:04:10.410" v="597" actId="14100"/>
          <ac:spMkLst>
            <pc:docMk/>
            <pc:sldMk cId="3812872245" sldId="278"/>
            <ac:spMk id="29" creationId="{0FCCF9CF-21AF-CDC6-128A-0D73EA038ED8}"/>
          </ac:spMkLst>
        </pc:spChg>
        <pc:grpChg chg="mod">
          <ac:chgData name="이 창호" userId="92ba24a7-d58e-4179-98a0-3ca16608bcac" providerId="ADAL" clId="{A772926F-755D-4BCD-949A-64035BCD649F}" dt="2023-04-13T12:04:10.410" v="597" actId="14100"/>
          <ac:grpSpMkLst>
            <pc:docMk/>
            <pc:sldMk cId="3812872245" sldId="278"/>
            <ac:grpSpMk id="4" creationId="{832DCE8C-5DF9-DFB4-BF1F-70BB5F37CE9D}"/>
          </ac:grpSpMkLst>
        </pc:grpChg>
        <pc:grpChg chg="mod">
          <ac:chgData name="이 창호" userId="92ba24a7-d58e-4179-98a0-3ca16608bcac" providerId="ADAL" clId="{A772926F-755D-4BCD-949A-64035BCD649F}" dt="2023-04-13T12:04:10.410" v="597" actId="14100"/>
          <ac:grpSpMkLst>
            <pc:docMk/>
            <pc:sldMk cId="3812872245" sldId="278"/>
            <ac:grpSpMk id="5" creationId="{7DEC5DF1-1A58-5A86-5C2C-E12136D8B8BA}"/>
          </ac:grpSpMkLst>
        </pc:grpChg>
        <pc:grpChg chg="mod">
          <ac:chgData name="이 창호" userId="92ba24a7-d58e-4179-98a0-3ca16608bcac" providerId="ADAL" clId="{A772926F-755D-4BCD-949A-64035BCD649F}" dt="2023-04-13T12:04:10.410" v="597" actId="14100"/>
          <ac:grpSpMkLst>
            <pc:docMk/>
            <pc:sldMk cId="3812872245" sldId="278"/>
            <ac:grpSpMk id="6" creationId="{E95CB0E0-8923-D86D-CF93-9FEA22412C16}"/>
          </ac:grpSpMkLst>
        </pc:grpChg>
        <pc:picChg chg="mod">
          <ac:chgData name="이 창호" userId="92ba24a7-d58e-4179-98a0-3ca16608bcac" providerId="ADAL" clId="{A772926F-755D-4BCD-949A-64035BCD649F}" dt="2023-04-13T12:04:10.410" v="597" actId="14100"/>
          <ac:picMkLst>
            <pc:docMk/>
            <pc:sldMk cId="3812872245" sldId="278"/>
            <ac:picMk id="25" creationId="{FFB5B56A-36BA-E3E7-A357-A3B2049D7102}"/>
          </ac:picMkLst>
        </pc:picChg>
        <pc:picChg chg="mod">
          <ac:chgData name="이 창호" userId="92ba24a7-d58e-4179-98a0-3ca16608bcac" providerId="ADAL" clId="{A772926F-755D-4BCD-949A-64035BCD649F}" dt="2023-04-13T12:04:10.410" v="597" actId="14100"/>
          <ac:picMkLst>
            <pc:docMk/>
            <pc:sldMk cId="3812872245" sldId="278"/>
            <ac:picMk id="1030" creationId="{CF25F986-E57E-999E-FA06-64F1389359D3}"/>
          </ac:picMkLst>
        </pc:picChg>
        <pc:picChg chg="mod">
          <ac:chgData name="이 창호" userId="92ba24a7-d58e-4179-98a0-3ca16608bcac" providerId="ADAL" clId="{A772926F-755D-4BCD-949A-64035BCD649F}" dt="2023-04-13T12:04:10.410" v="597" actId="14100"/>
          <ac:picMkLst>
            <pc:docMk/>
            <pc:sldMk cId="3812872245" sldId="278"/>
            <ac:picMk id="1032" creationId="{D12805CF-65ED-899F-C757-251328F3BDC0}"/>
          </ac:picMkLst>
        </pc:picChg>
        <pc:cxnChg chg="add mod">
          <ac:chgData name="이 창호" userId="92ba24a7-d58e-4179-98a0-3ca16608bcac" providerId="ADAL" clId="{A772926F-755D-4BCD-949A-64035BCD649F}" dt="2023-04-13T12:11:03.637" v="755"/>
          <ac:cxnSpMkLst>
            <pc:docMk/>
            <pc:sldMk cId="3812872245" sldId="278"/>
            <ac:cxnSpMk id="9" creationId="{15688274-1B2C-0BF1-43B4-928D3BA7649F}"/>
          </ac:cxnSpMkLst>
        </pc:cxnChg>
        <pc:cxnChg chg="mod">
          <ac:chgData name="이 창호" userId="92ba24a7-d58e-4179-98a0-3ca16608bcac" providerId="ADAL" clId="{A772926F-755D-4BCD-949A-64035BCD649F}" dt="2023-04-13T12:04:10.410" v="597" actId="14100"/>
          <ac:cxnSpMkLst>
            <pc:docMk/>
            <pc:sldMk cId="3812872245" sldId="278"/>
            <ac:cxnSpMk id="12" creationId="{3D337BA3-4835-E1FE-EEB3-D536501AD4F7}"/>
          </ac:cxnSpMkLst>
        </pc:cxnChg>
        <pc:cxnChg chg="mod">
          <ac:chgData name="이 창호" userId="92ba24a7-d58e-4179-98a0-3ca16608bcac" providerId="ADAL" clId="{A772926F-755D-4BCD-949A-64035BCD649F}" dt="2023-04-13T12:04:10.410" v="597" actId="14100"/>
          <ac:cxnSpMkLst>
            <pc:docMk/>
            <pc:sldMk cId="3812872245" sldId="278"/>
            <ac:cxnSpMk id="48" creationId="{585051C4-65B6-3EA2-5F5A-C0F583955362}"/>
          </ac:cxnSpMkLst>
        </pc:cxnChg>
        <pc:cxnChg chg="mod">
          <ac:chgData name="이 창호" userId="92ba24a7-d58e-4179-98a0-3ca16608bcac" providerId="ADAL" clId="{A772926F-755D-4BCD-949A-64035BCD649F}" dt="2023-04-13T12:04:10.410" v="597" actId="14100"/>
          <ac:cxnSpMkLst>
            <pc:docMk/>
            <pc:sldMk cId="3812872245" sldId="278"/>
            <ac:cxnSpMk id="51" creationId="{BC1E3B9C-22D3-36A0-589A-EB07D6C99FDD}"/>
          </ac:cxnSpMkLst>
        </pc:cxnChg>
        <pc:cxnChg chg="mod">
          <ac:chgData name="이 창호" userId="92ba24a7-d58e-4179-98a0-3ca16608bcac" providerId="ADAL" clId="{A772926F-755D-4BCD-949A-64035BCD649F}" dt="2023-04-13T12:04:10.410" v="597" actId="14100"/>
          <ac:cxnSpMkLst>
            <pc:docMk/>
            <pc:sldMk cId="3812872245" sldId="278"/>
            <ac:cxnSpMk id="54" creationId="{CDC9DD3F-949B-1274-6E40-498B445BCEC5}"/>
          </ac:cxnSpMkLst>
        </pc:cxnChg>
      </pc:sldChg>
      <pc:sldChg chg="addSp modSp add del mod">
        <pc:chgData name="이 창호" userId="92ba24a7-d58e-4179-98a0-3ca16608bcac" providerId="ADAL" clId="{A772926F-755D-4BCD-949A-64035BCD649F}" dt="2023-04-13T12:14:57.811" v="816" actId="47"/>
        <pc:sldMkLst>
          <pc:docMk/>
          <pc:sldMk cId="430526376" sldId="279"/>
        </pc:sldMkLst>
        <pc:spChg chg="add mod">
          <ac:chgData name="이 창호" userId="92ba24a7-d58e-4179-98a0-3ca16608bcac" providerId="ADAL" clId="{A772926F-755D-4BCD-949A-64035BCD649F}" dt="2023-04-13T12:12:05.383" v="761"/>
          <ac:spMkLst>
            <pc:docMk/>
            <pc:sldMk cId="430526376" sldId="279"/>
            <ac:spMk id="2" creationId="{6523385C-52A4-78CE-3525-161DA766E5C4}"/>
          </ac:spMkLst>
        </pc:spChg>
        <pc:spChg chg="add mod">
          <ac:chgData name="이 창호" userId="92ba24a7-d58e-4179-98a0-3ca16608bcac" providerId="ADAL" clId="{A772926F-755D-4BCD-949A-64035BCD649F}" dt="2023-04-13T12:11:24.639" v="757"/>
          <ac:spMkLst>
            <pc:docMk/>
            <pc:sldMk cId="430526376" sldId="279"/>
            <ac:spMk id="7" creationId="{465E41A8-4489-891F-88DE-597E278A3257}"/>
          </ac:spMkLst>
        </pc:spChg>
        <pc:spChg chg="mod">
          <ac:chgData name="이 창호" userId="92ba24a7-d58e-4179-98a0-3ca16608bcac" providerId="ADAL" clId="{A772926F-755D-4BCD-949A-64035BCD649F}" dt="2023-04-13T12:04:17.427" v="598" actId="14100"/>
          <ac:spMkLst>
            <pc:docMk/>
            <pc:sldMk cId="430526376" sldId="279"/>
            <ac:spMk id="11" creationId="{9F78394D-6435-A155-E4F6-37E8483976CE}"/>
          </ac:spMkLst>
        </pc:spChg>
        <pc:grpChg chg="mod">
          <ac:chgData name="이 창호" userId="92ba24a7-d58e-4179-98a0-3ca16608bcac" providerId="ADAL" clId="{A772926F-755D-4BCD-949A-64035BCD649F}" dt="2023-04-13T12:04:17.427" v="598" actId="14100"/>
          <ac:grpSpMkLst>
            <pc:docMk/>
            <pc:sldMk cId="430526376" sldId="279"/>
            <ac:grpSpMk id="31" creationId="{A2621EFE-C36D-097A-8572-629BF1DECD83}"/>
          </ac:grpSpMkLst>
        </pc:grpChg>
        <pc:picChg chg="mod">
          <ac:chgData name="이 창호" userId="92ba24a7-d58e-4179-98a0-3ca16608bcac" providerId="ADAL" clId="{A772926F-755D-4BCD-949A-64035BCD649F}" dt="2023-04-13T12:04:17.427" v="598" actId="14100"/>
          <ac:picMkLst>
            <pc:docMk/>
            <pc:sldMk cId="430526376" sldId="279"/>
            <ac:picMk id="20" creationId="{CE11F5C1-2FAE-1AD3-C97D-F8430186B1F6}"/>
          </ac:picMkLst>
        </pc:picChg>
        <pc:cxnChg chg="add mod">
          <ac:chgData name="이 창호" userId="92ba24a7-d58e-4179-98a0-3ca16608bcac" providerId="ADAL" clId="{A772926F-755D-4BCD-949A-64035BCD649F}" dt="2023-04-13T12:11:13.534" v="756"/>
          <ac:cxnSpMkLst>
            <pc:docMk/>
            <pc:sldMk cId="430526376" sldId="279"/>
            <ac:cxnSpMk id="3" creationId="{CE86C538-B587-B36D-D9F4-2024997F3970}"/>
          </ac:cxnSpMkLst>
        </pc:cxnChg>
        <pc:cxnChg chg="mod">
          <ac:chgData name="이 창호" userId="92ba24a7-d58e-4179-98a0-3ca16608bcac" providerId="ADAL" clId="{A772926F-755D-4BCD-949A-64035BCD649F}" dt="2023-04-13T12:04:17.427" v="598" actId="14100"/>
          <ac:cxnSpMkLst>
            <pc:docMk/>
            <pc:sldMk cId="430526376" sldId="279"/>
            <ac:cxnSpMk id="12" creationId="{3D337BA3-4835-E1FE-EEB3-D536501AD4F7}"/>
          </ac:cxnSpMkLst>
        </pc:cxnChg>
      </pc:sldChg>
      <pc:sldChg chg="add del">
        <pc:chgData name="이 창호" userId="92ba24a7-d58e-4179-98a0-3ca16608bcac" providerId="ADAL" clId="{A772926F-755D-4BCD-949A-64035BCD649F}" dt="2023-04-13T12:11:28.357" v="758" actId="47"/>
        <pc:sldMkLst>
          <pc:docMk/>
          <pc:sldMk cId="1068766976" sldId="280"/>
        </pc:sldMkLst>
      </pc:sldChg>
      <pc:sldChg chg="modSp add mod">
        <pc:chgData name="이 창호" userId="92ba24a7-d58e-4179-98a0-3ca16608bcac" providerId="ADAL" clId="{A772926F-755D-4BCD-949A-64035BCD649F}" dt="2023-04-13T12:15:48.554" v="837" actId="20577"/>
        <pc:sldMkLst>
          <pc:docMk/>
          <pc:sldMk cId="3155574672" sldId="280"/>
        </pc:sldMkLst>
        <pc:spChg chg="mod">
          <ac:chgData name="이 창호" userId="92ba24a7-d58e-4179-98a0-3ca16608bcac" providerId="ADAL" clId="{A772926F-755D-4BCD-949A-64035BCD649F}" dt="2023-04-13T12:15:48.554" v="837" actId="20577"/>
          <ac:spMkLst>
            <pc:docMk/>
            <pc:sldMk cId="3155574672" sldId="280"/>
            <ac:spMk id="2" creationId="{6523385C-52A4-78CE-3525-161DA766E5C4}"/>
          </ac:spMkLst>
        </pc:spChg>
      </pc:sldChg>
      <pc:sldChg chg="addSp delSp modSp add mod">
        <pc:chgData name="이 창호" userId="92ba24a7-d58e-4179-98a0-3ca16608bcac" providerId="ADAL" clId="{A772926F-755D-4BCD-949A-64035BCD649F}" dt="2023-04-13T12:28:25.082" v="1114" actId="1076"/>
        <pc:sldMkLst>
          <pc:docMk/>
          <pc:sldMk cId="515965737" sldId="281"/>
        </pc:sldMkLst>
        <pc:spChg chg="del">
          <ac:chgData name="이 창호" userId="92ba24a7-d58e-4179-98a0-3ca16608bcac" providerId="ADAL" clId="{A772926F-755D-4BCD-949A-64035BCD649F}" dt="2023-04-13T12:13:42.755" v="798" actId="478"/>
          <ac:spMkLst>
            <pc:docMk/>
            <pc:sldMk cId="515965737" sldId="281"/>
            <ac:spMk id="2" creationId="{6523385C-52A4-78CE-3525-161DA766E5C4}"/>
          </ac:spMkLst>
        </pc:spChg>
        <pc:spChg chg="del">
          <ac:chgData name="이 창호" userId="92ba24a7-d58e-4179-98a0-3ca16608bcac" providerId="ADAL" clId="{A772926F-755D-4BCD-949A-64035BCD649F}" dt="2023-04-13T12:13:42.140" v="797" actId="478"/>
          <ac:spMkLst>
            <pc:docMk/>
            <pc:sldMk cId="515965737" sldId="281"/>
            <ac:spMk id="7" creationId="{465E41A8-4489-891F-88DE-597E278A3257}"/>
          </ac:spMkLst>
        </pc:spChg>
        <pc:spChg chg="mod">
          <ac:chgData name="이 창호" userId="92ba24a7-d58e-4179-98a0-3ca16608bcac" providerId="ADAL" clId="{A772926F-755D-4BCD-949A-64035BCD649F}" dt="2023-04-13T12:17:10.464" v="850" actId="1076"/>
          <ac:spMkLst>
            <pc:docMk/>
            <pc:sldMk cId="515965737" sldId="281"/>
            <ac:spMk id="10" creationId="{2432097B-AE1B-E210-489D-70685E6BDB68}"/>
          </ac:spMkLst>
        </pc:spChg>
        <pc:spChg chg="mod">
          <ac:chgData name="이 창호" userId="92ba24a7-d58e-4179-98a0-3ca16608bcac" providerId="ADAL" clId="{A772926F-755D-4BCD-949A-64035BCD649F}" dt="2023-04-13T12:27:52.724" v="1111" actId="465"/>
          <ac:spMkLst>
            <pc:docMk/>
            <pc:sldMk cId="515965737" sldId="281"/>
            <ac:spMk id="11" creationId="{9F78394D-6435-A155-E4F6-37E8483976CE}"/>
          </ac:spMkLst>
        </pc:spChg>
        <pc:spChg chg="mod">
          <ac:chgData name="이 창호" userId="92ba24a7-d58e-4179-98a0-3ca16608bcac" providerId="ADAL" clId="{A772926F-755D-4BCD-949A-64035BCD649F}" dt="2023-04-13T12:27:46.475" v="1110" actId="12788"/>
          <ac:spMkLst>
            <pc:docMk/>
            <pc:sldMk cId="515965737" sldId="281"/>
            <ac:spMk id="22" creationId="{3762EC8A-033B-65D6-5D51-DB5F893C0416}"/>
          </ac:spMkLst>
        </pc:spChg>
        <pc:spChg chg="mod">
          <ac:chgData name="이 창호" userId="92ba24a7-d58e-4179-98a0-3ca16608bcac" providerId="ADAL" clId="{A772926F-755D-4BCD-949A-64035BCD649F}" dt="2023-04-13T12:21:04.070" v="956" actId="1076"/>
          <ac:spMkLst>
            <pc:docMk/>
            <pc:sldMk cId="515965737" sldId="281"/>
            <ac:spMk id="24" creationId="{351990ED-5CDD-009F-F2F9-EED827B15B2C}"/>
          </ac:spMkLst>
        </pc:spChg>
        <pc:spChg chg="mod">
          <ac:chgData name="이 창호" userId="92ba24a7-d58e-4179-98a0-3ca16608bcac" providerId="ADAL" clId="{A772926F-755D-4BCD-949A-64035BCD649F}" dt="2023-04-13T12:27:46.475" v="1110" actId="12788"/>
          <ac:spMkLst>
            <pc:docMk/>
            <pc:sldMk cId="515965737" sldId="281"/>
            <ac:spMk id="26" creationId="{18BB78FE-499D-E272-9ADF-F568F6427364}"/>
          </ac:spMkLst>
        </pc:spChg>
        <pc:spChg chg="mod">
          <ac:chgData name="이 창호" userId="92ba24a7-d58e-4179-98a0-3ca16608bcac" providerId="ADAL" clId="{A772926F-755D-4BCD-949A-64035BCD649F}" dt="2023-04-13T12:28:25.082" v="1114" actId="1076"/>
          <ac:spMkLst>
            <pc:docMk/>
            <pc:sldMk cId="515965737" sldId="281"/>
            <ac:spMk id="27" creationId="{5C6AFA89-5042-70EB-68A4-8543E580DA0D}"/>
          </ac:spMkLst>
        </pc:spChg>
        <pc:spChg chg="mod">
          <ac:chgData name="이 창호" userId="92ba24a7-d58e-4179-98a0-3ca16608bcac" providerId="ADAL" clId="{A772926F-755D-4BCD-949A-64035BCD649F}" dt="2023-04-13T12:28:25.082" v="1114" actId="1076"/>
          <ac:spMkLst>
            <pc:docMk/>
            <pc:sldMk cId="515965737" sldId="281"/>
            <ac:spMk id="28" creationId="{15A06BBB-FCC9-A9B5-005E-0E3A7FAA42B6}"/>
          </ac:spMkLst>
        </pc:spChg>
        <pc:spChg chg="mod">
          <ac:chgData name="이 창호" userId="92ba24a7-d58e-4179-98a0-3ca16608bcac" providerId="ADAL" clId="{A772926F-755D-4BCD-949A-64035BCD649F}" dt="2023-04-13T12:28:25.082" v="1114" actId="1076"/>
          <ac:spMkLst>
            <pc:docMk/>
            <pc:sldMk cId="515965737" sldId="281"/>
            <ac:spMk id="29" creationId="{0FCCF9CF-21AF-CDC6-128A-0D73EA038ED8}"/>
          </ac:spMkLst>
        </pc:spChg>
        <pc:grpChg chg="mod">
          <ac:chgData name="이 창호" userId="92ba24a7-d58e-4179-98a0-3ca16608bcac" providerId="ADAL" clId="{A772926F-755D-4BCD-949A-64035BCD649F}" dt="2023-04-13T12:28:25.082" v="1114" actId="1076"/>
          <ac:grpSpMkLst>
            <pc:docMk/>
            <pc:sldMk cId="515965737" sldId="281"/>
            <ac:grpSpMk id="4" creationId="{832DCE8C-5DF9-DFB4-BF1F-70BB5F37CE9D}"/>
          </ac:grpSpMkLst>
        </pc:grpChg>
        <pc:grpChg chg="mod">
          <ac:chgData name="이 창호" userId="92ba24a7-d58e-4179-98a0-3ca16608bcac" providerId="ADAL" clId="{A772926F-755D-4BCD-949A-64035BCD649F}" dt="2023-04-13T12:28:25.082" v="1114" actId="1076"/>
          <ac:grpSpMkLst>
            <pc:docMk/>
            <pc:sldMk cId="515965737" sldId="281"/>
            <ac:grpSpMk id="5" creationId="{7DEC5DF1-1A58-5A86-5C2C-E12136D8B8BA}"/>
          </ac:grpSpMkLst>
        </pc:grpChg>
        <pc:grpChg chg="mod">
          <ac:chgData name="이 창호" userId="92ba24a7-d58e-4179-98a0-3ca16608bcac" providerId="ADAL" clId="{A772926F-755D-4BCD-949A-64035BCD649F}" dt="2023-04-13T12:28:25.082" v="1114" actId="1076"/>
          <ac:grpSpMkLst>
            <pc:docMk/>
            <pc:sldMk cId="515965737" sldId="281"/>
            <ac:grpSpMk id="6" creationId="{E95CB0E0-8923-D86D-CF93-9FEA22412C16}"/>
          </ac:grpSpMkLst>
        </pc:grpChg>
        <pc:grpChg chg="mod">
          <ac:chgData name="이 창호" userId="92ba24a7-d58e-4179-98a0-3ca16608bcac" providerId="ADAL" clId="{A772926F-755D-4BCD-949A-64035BCD649F}" dt="2023-04-13T12:21:04.070" v="956" actId="1076"/>
          <ac:grpSpMkLst>
            <pc:docMk/>
            <pc:sldMk cId="515965737" sldId="281"/>
            <ac:grpSpMk id="8" creationId="{1C6D4AEF-E050-B9E5-C1CE-E1BDAEC10C75}"/>
          </ac:grpSpMkLst>
        </pc:grpChg>
        <pc:grpChg chg="add del mod">
          <ac:chgData name="이 창호" userId="92ba24a7-d58e-4179-98a0-3ca16608bcac" providerId="ADAL" clId="{A772926F-755D-4BCD-949A-64035BCD649F}" dt="2023-04-13T12:17:11.348" v="851" actId="478"/>
          <ac:grpSpMkLst>
            <pc:docMk/>
            <pc:sldMk cId="515965737" sldId="281"/>
            <ac:grpSpMk id="9" creationId="{1A0261C2-F581-CADB-CC94-E61F193B7DDA}"/>
          </ac:grpSpMkLst>
        </pc:grpChg>
        <pc:grpChg chg="add del mod">
          <ac:chgData name="이 창호" userId="92ba24a7-d58e-4179-98a0-3ca16608bcac" providerId="ADAL" clId="{A772926F-755D-4BCD-949A-64035BCD649F}" dt="2023-04-13T12:17:21.771" v="854" actId="478"/>
          <ac:grpSpMkLst>
            <pc:docMk/>
            <pc:sldMk cId="515965737" sldId="281"/>
            <ac:grpSpMk id="21" creationId="{9C662E9F-B36A-616B-55F8-2409E15C78D3}"/>
          </ac:grpSpMkLst>
        </pc:grpChg>
        <pc:grpChg chg="mod">
          <ac:chgData name="이 창호" userId="92ba24a7-d58e-4179-98a0-3ca16608bcac" providerId="ADAL" clId="{A772926F-755D-4BCD-949A-64035BCD649F}" dt="2023-04-13T12:27:52.724" v="1111" actId="465"/>
          <ac:grpSpMkLst>
            <pc:docMk/>
            <pc:sldMk cId="515965737" sldId="281"/>
            <ac:grpSpMk id="30" creationId="{693950C4-0FE3-C8BA-E017-3FF95A5C115B}"/>
          </ac:grpSpMkLst>
        </pc:grpChg>
        <pc:grpChg chg="mod">
          <ac:chgData name="이 창호" userId="92ba24a7-d58e-4179-98a0-3ca16608bcac" providerId="ADAL" clId="{A772926F-755D-4BCD-949A-64035BCD649F}" dt="2023-04-13T12:27:52.724" v="1111" actId="465"/>
          <ac:grpSpMkLst>
            <pc:docMk/>
            <pc:sldMk cId="515965737" sldId="281"/>
            <ac:grpSpMk id="31" creationId="{A2621EFE-C36D-097A-8572-629BF1DECD83}"/>
          </ac:grpSpMkLst>
        </pc:grpChg>
        <pc:grpChg chg="add mod">
          <ac:chgData name="이 창호" userId="92ba24a7-d58e-4179-98a0-3ca16608bcac" providerId="ADAL" clId="{A772926F-755D-4BCD-949A-64035BCD649F}" dt="2023-04-13T12:27:52.724" v="1111" actId="465"/>
          <ac:grpSpMkLst>
            <pc:docMk/>
            <pc:sldMk cId="515965737" sldId="281"/>
            <ac:grpSpMk id="36" creationId="{61E6894D-D96D-3191-7718-970B724AD450}"/>
          </ac:grpSpMkLst>
        </pc:grpChg>
        <pc:graphicFrameChg chg="add del mod modGraphic">
          <ac:chgData name="이 창호" userId="92ba24a7-d58e-4179-98a0-3ca16608bcac" providerId="ADAL" clId="{A772926F-755D-4BCD-949A-64035BCD649F}" dt="2023-04-13T12:28:11.136" v="1113" actId="478"/>
          <ac:graphicFrameMkLst>
            <pc:docMk/>
            <pc:sldMk cId="515965737" sldId="281"/>
            <ac:graphicFrameMk id="14" creationId="{6B4038A5-34A1-C15B-2289-1000FDDA7FFE}"/>
          </ac:graphicFrameMkLst>
        </pc:graphicFrameChg>
        <pc:graphicFrameChg chg="add mod modGraphic">
          <ac:chgData name="이 창호" userId="92ba24a7-d58e-4179-98a0-3ca16608bcac" providerId="ADAL" clId="{A772926F-755D-4BCD-949A-64035BCD649F}" dt="2023-04-13T12:22:34.746" v="966" actId="1076"/>
          <ac:graphicFrameMkLst>
            <pc:docMk/>
            <pc:sldMk cId="515965737" sldId="281"/>
            <ac:graphicFrameMk id="32" creationId="{03E9F0C2-45ED-188E-E6EE-A67814565BC6}"/>
          </ac:graphicFrameMkLst>
        </pc:graphicFrameChg>
        <pc:graphicFrameChg chg="add mod modGraphic">
          <ac:chgData name="이 창호" userId="92ba24a7-d58e-4179-98a0-3ca16608bcac" providerId="ADAL" clId="{A772926F-755D-4BCD-949A-64035BCD649F}" dt="2023-04-13T12:23:31.513" v="986" actId="1076"/>
          <ac:graphicFrameMkLst>
            <pc:docMk/>
            <pc:sldMk cId="515965737" sldId="281"/>
            <ac:graphicFrameMk id="33" creationId="{65863CF8-DB5C-D0B0-DC9C-16911BF29A9B}"/>
          </ac:graphicFrameMkLst>
        </pc:graphicFrameChg>
        <pc:graphicFrameChg chg="add mod modGraphic">
          <ac:chgData name="이 창호" userId="92ba24a7-d58e-4179-98a0-3ca16608bcac" providerId="ADAL" clId="{A772926F-755D-4BCD-949A-64035BCD649F}" dt="2023-04-13T12:24:25.537" v="1002" actId="1076"/>
          <ac:graphicFrameMkLst>
            <pc:docMk/>
            <pc:sldMk cId="515965737" sldId="281"/>
            <ac:graphicFrameMk id="34" creationId="{073E1245-3D00-9869-81C6-FA1A3AF09F42}"/>
          </ac:graphicFrameMkLst>
        </pc:graphicFrameChg>
        <pc:graphicFrameChg chg="add mod modGraphic">
          <ac:chgData name="이 창호" userId="92ba24a7-d58e-4179-98a0-3ca16608bcac" providerId="ADAL" clId="{A772926F-755D-4BCD-949A-64035BCD649F}" dt="2023-04-13T12:26:14.551" v="1104" actId="14734"/>
          <ac:graphicFrameMkLst>
            <pc:docMk/>
            <pc:sldMk cId="515965737" sldId="281"/>
            <ac:graphicFrameMk id="35" creationId="{552E87BE-5BBE-F334-51C7-3604C12FAFF1}"/>
          </ac:graphicFrameMkLst>
        </pc:graphicFrameChg>
        <pc:picChg chg="mod">
          <ac:chgData name="이 창호" userId="92ba24a7-d58e-4179-98a0-3ca16608bcac" providerId="ADAL" clId="{A772926F-755D-4BCD-949A-64035BCD649F}" dt="2023-04-13T12:17:10.464" v="850" actId="1076"/>
          <ac:picMkLst>
            <pc:docMk/>
            <pc:sldMk cId="515965737" sldId="281"/>
            <ac:picMk id="13" creationId="{46D3AA77-5EB4-64A4-909D-3683A1415ED7}"/>
          </ac:picMkLst>
        </pc:picChg>
        <pc:picChg chg="mod">
          <ac:chgData name="이 창호" userId="92ba24a7-d58e-4179-98a0-3ca16608bcac" providerId="ADAL" clId="{A772926F-755D-4BCD-949A-64035BCD649F}" dt="2023-04-13T12:27:52.724" v="1111" actId="465"/>
          <ac:picMkLst>
            <pc:docMk/>
            <pc:sldMk cId="515965737" sldId="281"/>
            <ac:picMk id="20" creationId="{CE11F5C1-2FAE-1AD3-C97D-F8430186B1F6}"/>
          </ac:picMkLst>
        </pc:picChg>
        <pc:picChg chg="del mod">
          <ac:chgData name="이 창호" userId="92ba24a7-d58e-4179-98a0-3ca16608bcac" providerId="ADAL" clId="{A772926F-755D-4BCD-949A-64035BCD649F}" dt="2023-04-13T12:17:21.771" v="854" actId="478"/>
          <ac:picMkLst>
            <pc:docMk/>
            <pc:sldMk cId="515965737" sldId="281"/>
            <ac:picMk id="23" creationId="{6A2C1AA2-2481-01B8-1ACD-6324E993687D}"/>
          </ac:picMkLst>
        </pc:picChg>
        <pc:picChg chg="mod">
          <ac:chgData name="이 창호" userId="92ba24a7-d58e-4179-98a0-3ca16608bcac" providerId="ADAL" clId="{A772926F-755D-4BCD-949A-64035BCD649F}" dt="2023-04-13T12:28:25.082" v="1114" actId="1076"/>
          <ac:picMkLst>
            <pc:docMk/>
            <pc:sldMk cId="515965737" sldId="281"/>
            <ac:picMk id="25" creationId="{FFB5B56A-36BA-E3E7-A357-A3B2049D7102}"/>
          </ac:picMkLst>
        </pc:picChg>
        <pc:picChg chg="mod">
          <ac:chgData name="이 창호" userId="92ba24a7-d58e-4179-98a0-3ca16608bcac" providerId="ADAL" clId="{A772926F-755D-4BCD-949A-64035BCD649F}" dt="2023-04-13T12:21:04.070" v="956" actId="1076"/>
          <ac:picMkLst>
            <pc:docMk/>
            <pc:sldMk cId="515965737" sldId="281"/>
            <ac:picMk id="1026" creationId="{CC8A9D9D-E81F-B2C2-7AF1-BBA12697B855}"/>
          </ac:picMkLst>
        </pc:picChg>
        <pc:picChg chg="mod">
          <ac:chgData name="이 창호" userId="92ba24a7-d58e-4179-98a0-3ca16608bcac" providerId="ADAL" clId="{A772926F-755D-4BCD-949A-64035BCD649F}" dt="2023-04-13T12:28:25.082" v="1114" actId="1076"/>
          <ac:picMkLst>
            <pc:docMk/>
            <pc:sldMk cId="515965737" sldId="281"/>
            <ac:picMk id="1030" creationId="{CF25F986-E57E-999E-FA06-64F1389359D3}"/>
          </ac:picMkLst>
        </pc:picChg>
        <pc:picChg chg="mod">
          <ac:chgData name="이 창호" userId="92ba24a7-d58e-4179-98a0-3ca16608bcac" providerId="ADAL" clId="{A772926F-755D-4BCD-949A-64035BCD649F}" dt="2023-04-13T12:28:25.082" v="1114" actId="1076"/>
          <ac:picMkLst>
            <pc:docMk/>
            <pc:sldMk cId="515965737" sldId="281"/>
            <ac:picMk id="1032" creationId="{D12805CF-65ED-899F-C757-251328F3BDC0}"/>
          </ac:picMkLst>
        </pc:picChg>
        <pc:picChg chg="mod">
          <ac:chgData name="이 창호" userId="92ba24a7-d58e-4179-98a0-3ca16608bcac" providerId="ADAL" clId="{A772926F-755D-4BCD-949A-64035BCD649F}" dt="2023-04-13T12:27:46.475" v="1110" actId="12788"/>
          <ac:picMkLst>
            <pc:docMk/>
            <pc:sldMk cId="515965737" sldId="281"/>
            <ac:picMk id="3076" creationId="{A5210DAB-2351-DC9D-667E-398087C830D6}"/>
          </ac:picMkLst>
        </pc:picChg>
        <pc:picChg chg="add mod">
          <ac:chgData name="이 창호" userId="92ba24a7-d58e-4179-98a0-3ca16608bcac" providerId="ADAL" clId="{A772926F-755D-4BCD-949A-64035BCD649F}" dt="2023-04-13T12:27:46.475" v="1110" actId="12788"/>
          <ac:picMkLst>
            <pc:docMk/>
            <pc:sldMk cId="515965737" sldId="281"/>
            <ac:picMk id="4098" creationId="{F06C943A-FF69-ED91-1B46-76707CD5FD1B}"/>
          </ac:picMkLst>
        </pc:picChg>
        <pc:cxnChg chg="del">
          <ac:chgData name="이 창호" userId="92ba24a7-d58e-4179-98a0-3ca16608bcac" providerId="ADAL" clId="{A772926F-755D-4BCD-949A-64035BCD649F}" dt="2023-04-13T12:13:43.441" v="799" actId="478"/>
          <ac:cxnSpMkLst>
            <pc:docMk/>
            <pc:sldMk cId="515965737" sldId="281"/>
            <ac:cxnSpMk id="3" creationId="{CE86C538-B587-B36D-D9F4-2024997F3970}"/>
          </ac:cxnSpMkLst>
        </pc:cxnChg>
        <pc:cxnChg chg="del mod">
          <ac:chgData name="이 창호" userId="92ba24a7-d58e-4179-98a0-3ca16608bcac" providerId="ADAL" clId="{A772926F-755D-4BCD-949A-64035BCD649F}" dt="2023-04-13T12:13:53.145" v="806" actId="478"/>
          <ac:cxnSpMkLst>
            <pc:docMk/>
            <pc:sldMk cId="515965737" sldId="281"/>
            <ac:cxnSpMk id="12" creationId="{3D337BA3-4835-E1FE-EEB3-D536501AD4F7}"/>
          </ac:cxnSpMkLst>
        </pc:cxnChg>
        <pc:cxnChg chg="del mod">
          <ac:chgData name="이 창호" userId="92ba24a7-d58e-4179-98a0-3ca16608bcac" providerId="ADAL" clId="{A772926F-755D-4BCD-949A-64035BCD649F}" dt="2023-04-13T12:13:50.050" v="802" actId="478"/>
          <ac:cxnSpMkLst>
            <pc:docMk/>
            <pc:sldMk cId="515965737" sldId="281"/>
            <ac:cxnSpMk id="44" creationId="{7A97AC58-91F7-BA7C-FFBB-610B30122B2A}"/>
          </ac:cxnSpMkLst>
        </pc:cxnChg>
        <pc:cxnChg chg="del mod">
          <ac:chgData name="이 창호" userId="92ba24a7-d58e-4179-98a0-3ca16608bcac" providerId="ADAL" clId="{A772926F-755D-4BCD-949A-64035BCD649F}" dt="2023-04-13T12:13:51.225" v="803" actId="478"/>
          <ac:cxnSpMkLst>
            <pc:docMk/>
            <pc:sldMk cId="515965737" sldId="281"/>
            <ac:cxnSpMk id="48" creationId="{585051C4-65B6-3EA2-5F5A-C0F583955362}"/>
          </ac:cxnSpMkLst>
        </pc:cxnChg>
        <pc:cxnChg chg="del mod">
          <ac:chgData name="이 창호" userId="92ba24a7-d58e-4179-98a0-3ca16608bcac" providerId="ADAL" clId="{A772926F-755D-4BCD-949A-64035BCD649F}" dt="2023-04-13T12:13:51.945" v="804" actId="478"/>
          <ac:cxnSpMkLst>
            <pc:docMk/>
            <pc:sldMk cId="515965737" sldId="281"/>
            <ac:cxnSpMk id="51" creationId="{BC1E3B9C-22D3-36A0-589A-EB07D6C99FDD}"/>
          </ac:cxnSpMkLst>
        </pc:cxnChg>
        <pc:cxnChg chg="del mod">
          <ac:chgData name="이 창호" userId="92ba24a7-d58e-4179-98a0-3ca16608bcac" providerId="ADAL" clId="{A772926F-755D-4BCD-949A-64035BCD649F}" dt="2023-04-13T12:13:52.426" v="805" actId="478"/>
          <ac:cxnSpMkLst>
            <pc:docMk/>
            <pc:sldMk cId="515965737" sldId="281"/>
            <ac:cxnSpMk id="54" creationId="{CDC9DD3F-949B-1274-6E40-498B445BCEC5}"/>
          </ac:cxnSpMkLst>
        </pc:cxnChg>
      </pc:sldChg>
      <pc:sldChg chg="add">
        <pc:chgData name="이 창호" userId="92ba24a7-d58e-4179-98a0-3ca16608bcac" providerId="ADAL" clId="{A772926F-755D-4BCD-949A-64035BCD649F}" dt="2023-04-13T12:30:19.802" v="1121"/>
        <pc:sldMkLst>
          <pc:docMk/>
          <pc:sldMk cId="48573401" sldId="282"/>
        </pc:sldMkLst>
      </pc:sldChg>
      <pc:sldChg chg="addSp delSp modSp mod">
        <pc:chgData name="이 창호" userId="92ba24a7-d58e-4179-98a0-3ca16608bcac" providerId="ADAL" clId="{A772926F-755D-4BCD-949A-64035BCD649F}" dt="2023-04-21T06:24:58.164" v="1259" actId="2085"/>
        <pc:sldMkLst>
          <pc:docMk/>
          <pc:sldMk cId="2189870071" sldId="295"/>
        </pc:sldMkLst>
        <pc:spChg chg="add del mod">
          <ac:chgData name="이 창호" userId="92ba24a7-d58e-4179-98a0-3ca16608bcac" providerId="ADAL" clId="{A772926F-755D-4BCD-949A-64035BCD649F}" dt="2023-04-20T07:12:14.744" v="1139" actId="478"/>
          <ac:spMkLst>
            <pc:docMk/>
            <pc:sldMk cId="2189870071" sldId="295"/>
            <ac:spMk id="2" creationId="{0B3C7DEE-8242-D909-8A13-C9CD6C80C4BF}"/>
          </ac:spMkLst>
        </pc:spChg>
        <pc:spChg chg="add del mod">
          <ac:chgData name="이 창호" userId="92ba24a7-d58e-4179-98a0-3ca16608bcac" providerId="ADAL" clId="{A772926F-755D-4BCD-949A-64035BCD649F}" dt="2023-04-21T05:46:31.498" v="1236" actId="478"/>
          <ac:spMkLst>
            <pc:docMk/>
            <pc:sldMk cId="2189870071" sldId="295"/>
            <ac:spMk id="2" creationId="{5CCB8CBD-ECC1-7807-4743-F7B5ECB26B3D}"/>
          </ac:spMkLst>
        </pc:spChg>
        <pc:spChg chg="add del mod">
          <ac:chgData name="이 창호" userId="92ba24a7-d58e-4179-98a0-3ca16608bcac" providerId="ADAL" clId="{A772926F-755D-4BCD-949A-64035BCD649F}" dt="2023-04-21T06:24:51.933" v="1258" actId="478"/>
          <ac:spMkLst>
            <pc:docMk/>
            <pc:sldMk cId="2189870071" sldId="295"/>
            <ac:spMk id="4" creationId="{736FB3F0-6108-B9FE-C530-8E3C42B0E201}"/>
          </ac:spMkLst>
        </pc:spChg>
        <pc:spChg chg="add del mod">
          <ac:chgData name="이 창호" userId="92ba24a7-d58e-4179-98a0-3ca16608bcac" providerId="ADAL" clId="{A772926F-755D-4BCD-949A-64035BCD649F}" dt="2023-04-21T05:45:44.969" v="1228" actId="478"/>
          <ac:spMkLst>
            <pc:docMk/>
            <pc:sldMk cId="2189870071" sldId="295"/>
            <ac:spMk id="5" creationId="{3410FA31-EB05-EEED-B68F-A9B7202C05F9}"/>
          </ac:spMkLst>
        </pc:spChg>
        <pc:spChg chg="add del mod">
          <ac:chgData name="이 창호" userId="92ba24a7-d58e-4179-98a0-3ca16608bcac" providerId="ADAL" clId="{A772926F-755D-4BCD-949A-64035BCD649F}" dt="2023-04-21T06:24:50.812" v="1257" actId="478"/>
          <ac:spMkLst>
            <pc:docMk/>
            <pc:sldMk cId="2189870071" sldId="295"/>
            <ac:spMk id="6" creationId="{8EDDDAF6-FB0A-7842-2AFA-35A821DCBE15}"/>
          </ac:spMkLst>
        </pc:spChg>
        <pc:spChg chg="mod">
          <ac:chgData name="이 창호" userId="92ba24a7-d58e-4179-98a0-3ca16608bcac" providerId="ADAL" clId="{A772926F-755D-4BCD-949A-64035BCD649F}" dt="2023-04-21T06:24:58.164" v="1259" actId="2085"/>
          <ac:spMkLst>
            <pc:docMk/>
            <pc:sldMk cId="2189870071" sldId="295"/>
            <ac:spMk id="1029" creationId="{D32368F4-3BA5-B16D-5F8D-9B11278F10C2}"/>
          </ac:spMkLst>
        </pc:spChg>
        <pc:spChg chg="mod">
          <ac:chgData name="이 창호" userId="92ba24a7-d58e-4179-98a0-3ca16608bcac" providerId="ADAL" clId="{A772926F-755D-4BCD-949A-64035BCD649F}" dt="2023-04-21T06:24:58.164" v="1259" actId="2085"/>
          <ac:spMkLst>
            <pc:docMk/>
            <pc:sldMk cId="2189870071" sldId="295"/>
            <ac:spMk id="1030" creationId="{04ED7BB5-7EA7-AC68-40A8-D99652518747}"/>
          </ac:spMkLst>
        </pc:spChg>
      </pc:sldChg>
      <pc:sldChg chg="addSp delSp modSp mod">
        <pc:chgData name="이 창호" userId="92ba24a7-d58e-4179-98a0-3ca16608bcac" providerId="ADAL" clId="{A772926F-755D-4BCD-949A-64035BCD649F}" dt="2023-04-20T07:28:58.213" v="1173" actId="1076"/>
        <pc:sldMkLst>
          <pc:docMk/>
          <pc:sldMk cId="641297542" sldId="297"/>
        </pc:sldMkLst>
        <pc:spChg chg="mod ord">
          <ac:chgData name="이 창호" userId="92ba24a7-d58e-4179-98a0-3ca16608bcac" providerId="ADAL" clId="{A772926F-755D-4BCD-949A-64035BCD649F}" dt="2023-04-20T07:28:58.213" v="1173" actId="1076"/>
          <ac:spMkLst>
            <pc:docMk/>
            <pc:sldMk cId="641297542" sldId="297"/>
            <ac:spMk id="13" creationId="{1BBF48CA-220E-3F19-F5D0-E25BB35491ED}"/>
          </ac:spMkLst>
        </pc:spChg>
        <pc:spChg chg="mod">
          <ac:chgData name="이 창호" userId="92ba24a7-d58e-4179-98a0-3ca16608bcac" providerId="ADAL" clId="{A772926F-755D-4BCD-949A-64035BCD649F}" dt="2023-04-20T07:10:17.916" v="1131" actId="20577"/>
          <ac:spMkLst>
            <pc:docMk/>
            <pc:sldMk cId="641297542" sldId="297"/>
            <ac:spMk id="28" creationId="{160B4010-686F-0C3F-DA76-67A1CBF0D242}"/>
          </ac:spMkLst>
        </pc:spChg>
        <pc:graphicFrameChg chg="add del mod">
          <ac:chgData name="이 창호" userId="92ba24a7-d58e-4179-98a0-3ca16608bcac" providerId="ADAL" clId="{A772926F-755D-4BCD-949A-64035BCD649F}" dt="2023-04-20T07:28:26.116" v="1163"/>
          <ac:graphicFrameMkLst>
            <pc:docMk/>
            <pc:sldMk cId="641297542" sldId="297"/>
            <ac:graphicFrameMk id="3" creationId="{9E930DED-F372-D0EE-5DB6-DC936C6064DC}"/>
          </ac:graphicFrameMkLst>
        </pc:graphicFrameChg>
        <pc:graphicFrameChg chg="add del mod">
          <ac:chgData name="이 창호" userId="92ba24a7-d58e-4179-98a0-3ca16608bcac" providerId="ADAL" clId="{A772926F-755D-4BCD-949A-64035BCD649F}" dt="2023-04-20T07:28:28.874" v="1165"/>
          <ac:graphicFrameMkLst>
            <pc:docMk/>
            <pc:sldMk cId="641297542" sldId="297"/>
            <ac:graphicFrameMk id="4" creationId="{51ED1FD9-AEEB-5B5D-4FCD-6A43F4368B79}"/>
          </ac:graphicFrameMkLst>
        </pc:graphicFrameChg>
        <pc:picChg chg="add mod modCrop">
          <ac:chgData name="이 창호" userId="92ba24a7-d58e-4179-98a0-3ca16608bcac" providerId="ADAL" clId="{A772926F-755D-4BCD-949A-64035BCD649F}" dt="2023-04-20T07:28:51.643" v="1171" actId="1076"/>
          <ac:picMkLst>
            <pc:docMk/>
            <pc:sldMk cId="641297542" sldId="297"/>
            <ac:picMk id="5" creationId="{7F18C8DE-11C4-BC00-6FEB-6475696588B8}"/>
          </ac:picMkLst>
        </pc:picChg>
        <pc:picChg chg="del mod">
          <ac:chgData name="이 창호" userId="92ba24a7-d58e-4179-98a0-3ca16608bcac" providerId="ADAL" clId="{A772926F-755D-4BCD-949A-64035BCD649F}" dt="2023-04-20T07:28:20.184" v="1161" actId="478"/>
          <ac:picMkLst>
            <pc:docMk/>
            <pc:sldMk cId="641297542" sldId="297"/>
            <ac:picMk id="11" creationId="{9BFD57DD-8C42-6AFD-A221-95CFD75506F6}"/>
          </ac:picMkLst>
        </pc:picChg>
      </pc:sldChg>
      <pc:sldChg chg="modSp mod">
        <pc:chgData name="이 창호" userId="92ba24a7-d58e-4179-98a0-3ca16608bcac" providerId="ADAL" clId="{A772926F-755D-4BCD-949A-64035BCD649F}" dt="2023-04-21T06:25:20.100" v="1260" actId="20577"/>
        <pc:sldMkLst>
          <pc:docMk/>
          <pc:sldMk cId="1088187582" sldId="311"/>
        </pc:sldMkLst>
        <pc:spChg chg="mod">
          <ac:chgData name="이 창호" userId="92ba24a7-d58e-4179-98a0-3ca16608bcac" providerId="ADAL" clId="{A772926F-755D-4BCD-949A-64035BCD649F}" dt="2023-04-21T06:25:20.100" v="1260" actId="20577"/>
          <ac:spMkLst>
            <pc:docMk/>
            <pc:sldMk cId="1088187582" sldId="311"/>
            <ac:spMk id="52" creationId="{C9D46A27-D4E3-92FF-8FA5-3EA3B54DD1C6}"/>
          </ac:spMkLst>
        </pc:spChg>
      </pc:sldChg>
      <pc:sldChg chg="modSp mod">
        <pc:chgData name="이 창호" userId="92ba24a7-d58e-4179-98a0-3ca16608bcac" providerId="ADAL" clId="{A772926F-755D-4BCD-949A-64035BCD649F}" dt="2023-04-20T07:08:11.580" v="1124" actId="20577"/>
        <pc:sldMkLst>
          <pc:docMk/>
          <pc:sldMk cId="639582442" sldId="324"/>
        </pc:sldMkLst>
        <pc:spChg chg="mod">
          <ac:chgData name="이 창호" userId="92ba24a7-d58e-4179-98a0-3ca16608bcac" providerId="ADAL" clId="{A772926F-755D-4BCD-949A-64035BCD649F}" dt="2023-04-20T07:08:11.580" v="1124" actId="20577"/>
          <ac:spMkLst>
            <pc:docMk/>
            <pc:sldMk cId="639582442" sldId="324"/>
            <ac:spMk id="8" creationId="{3A4D4106-DFF8-8387-166A-25BDBDD5192D}"/>
          </ac:spMkLst>
        </pc:spChg>
      </pc:sldChg>
      <pc:sldChg chg="addSp delSp modSp add mod">
        <pc:chgData name="이 창호" userId="92ba24a7-d58e-4179-98a0-3ca16608bcac" providerId="ADAL" clId="{A772926F-755D-4BCD-949A-64035BCD649F}" dt="2023-04-21T05:59:37.142" v="1254" actId="1076"/>
        <pc:sldMkLst>
          <pc:docMk/>
          <pc:sldMk cId="644896333" sldId="331"/>
        </pc:sldMkLst>
        <pc:spChg chg="del">
          <ac:chgData name="이 창호" userId="92ba24a7-d58e-4179-98a0-3ca16608bcac" providerId="ADAL" clId="{A772926F-755D-4BCD-949A-64035BCD649F}" dt="2023-04-21T05:54:21.905" v="1240" actId="478"/>
          <ac:spMkLst>
            <pc:docMk/>
            <pc:sldMk cId="644896333" sldId="331"/>
            <ac:spMk id="6" creationId="{C315A213-96D1-7657-FE64-9912BF7BC124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8" creationId="{4E8C4637-C6EE-8502-B0BC-9AD845D5FBC2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9" creationId="{4927EBEC-3E59-DCE6-731E-D8895F87B032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10" creationId="{A355907B-2CD3-6161-B9B8-94995518B890}"/>
          </ac:spMkLst>
        </pc:spChg>
        <pc:spChg chg="del">
          <ac:chgData name="이 창호" userId="92ba24a7-d58e-4179-98a0-3ca16608bcac" providerId="ADAL" clId="{A772926F-755D-4BCD-949A-64035BCD649F}" dt="2023-04-21T05:54:21.905" v="1240" actId="478"/>
          <ac:spMkLst>
            <pc:docMk/>
            <pc:sldMk cId="644896333" sldId="331"/>
            <ac:spMk id="17" creationId="{857B711E-FEA2-D0A7-3D1D-B647EA897BAE}"/>
          </ac:spMkLst>
        </pc:spChg>
        <pc:spChg chg="del">
          <ac:chgData name="이 창호" userId="92ba24a7-d58e-4179-98a0-3ca16608bcac" providerId="ADAL" clId="{A772926F-755D-4BCD-949A-64035BCD649F}" dt="2023-04-21T05:54:21.905" v="1240" actId="478"/>
          <ac:spMkLst>
            <pc:docMk/>
            <pc:sldMk cId="644896333" sldId="331"/>
            <ac:spMk id="23" creationId="{22014522-5EA1-C66A-03AE-6CB54A647574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24" creationId="{738B6070-BE4B-EB63-0998-C3C7F6601E9D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31" creationId="{DA066FBA-37E9-14DF-72E1-25A2A046DBE7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33" creationId="{21E65670-22DB-068E-7798-8883EF5B1A4B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34" creationId="{BE3A4FC6-0BB2-5000-E224-394581ED35D2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38" creationId="{7819471C-1452-B5FC-2992-23B4D83A3D29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39" creationId="{C7102097-02F9-4F83-D020-B796CDBEDDFC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46" creationId="{BD877EA9-AA77-6387-CDDE-BD68DD701B16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51" creationId="{7CF2D4D2-61F5-E32C-A237-011FC3368B3A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52" creationId="{991972ED-9592-8A07-829F-2CC6654940AA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53" creationId="{82F1E6DC-5B9C-246F-287C-B80EDB28CBE6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54" creationId="{F2F83875-AF8A-E906-E920-2F269A2C8F62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55" creationId="{9A075FCF-0342-E6EC-4D75-04C9343EB503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56" creationId="{378F3F24-7F90-063D-B055-59E9679386EF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57" creationId="{6FD84186-BF32-A37F-182E-61E7A32DE52B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58" creationId="{C320F1BD-70E5-3968-B284-2B7A89F82D51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59" creationId="{C0EE7897-040F-AE76-7B98-BF4FF5611DC3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60" creationId="{4B8EF86D-3BED-1886-BA7F-CA3E8DEB221C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61" creationId="{DFEBE615-14ED-E5B9-27AB-D00D44B97265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62" creationId="{E745225D-D180-9CBF-7F8A-0F48B732320A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63" creationId="{8A361851-4983-B0D2-A194-FD4064363670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1024" creationId="{3B602C86-CD77-8874-5289-0086707ABEE1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1025" creationId="{B1DD6183-1031-BC4F-A555-8C067B572D7D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1027" creationId="{22464D27-6E74-7513-1674-5498909843FA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1028" creationId="{EB955CA0-58A0-0399-3BDB-A3E89F7F5ACA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1029" creationId="{52191572-2945-9DAE-F056-F3BFFBE6D711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1030" creationId="{D9CDA214-5BBE-CEC7-6BE1-143C61AFA7B3}"/>
          </ac:spMkLst>
        </pc:spChg>
        <pc:spChg chg="add mod">
          <ac:chgData name="이 창호" userId="92ba24a7-d58e-4179-98a0-3ca16608bcac" providerId="ADAL" clId="{A772926F-755D-4BCD-949A-64035BCD649F}" dt="2023-04-21T05:59:37.142" v="1254" actId="1076"/>
          <ac:spMkLst>
            <pc:docMk/>
            <pc:sldMk cId="644896333" sldId="331"/>
            <ac:spMk id="1031" creationId="{2A86F4F5-13A4-153C-E2E7-22C966A25580}"/>
          </ac:spMkLst>
        </pc:spChg>
        <pc:grpChg chg="del">
          <ac:chgData name="이 창호" userId="92ba24a7-d58e-4179-98a0-3ca16608bcac" providerId="ADAL" clId="{A772926F-755D-4BCD-949A-64035BCD649F}" dt="2023-04-21T05:54:21.905" v="1240" actId="478"/>
          <ac:grpSpMkLst>
            <pc:docMk/>
            <pc:sldMk cId="644896333" sldId="331"/>
            <ac:grpSpMk id="2" creationId="{6185FAF8-F0F0-2775-848E-5DE2FACB7805}"/>
          </ac:grpSpMkLst>
        </pc:grpChg>
        <pc:grpChg chg="del">
          <ac:chgData name="이 창호" userId="92ba24a7-d58e-4179-98a0-3ca16608bcac" providerId="ADAL" clId="{A772926F-755D-4BCD-949A-64035BCD649F}" dt="2023-04-21T05:54:22.641" v="1241" actId="478"/>
          <ac:grpSpMkLst>
            <pc:docMk/>
            <pc:sldMk cId="644896333" sldId="331"/>
            <ac:grpSpMk id="12" creationId="{D04CE1DD-6C8A-F0B4-9E59-C86872378E7F}"/>
          </ac:grpSpMkLst>
        </pc:grpChg>
        <pc:grpChg chg="del">
          <ac:chgData name="이 창호" userId="92ba24a7-d58e-4179-98a0-3ca16608bcac" providerId="ADAL" clId="{A772926F-755D-4BCD-949A-64035BCD649F}" dt="2023-04-21T05:54:21.905" v="1240" actId="478"/>
          <ac:grpSpMkLst>
            <pc:docMk/>
            <pc:sldMk cId="644896333" sldId="331"/>
            <ac:grpSpMk id="20" creationId="{2A5D5931-AB22-232B-FC13-ADB006368407}"/>
          </ac:grpSpMkLst>
        </pc:grpChg>
        <pc:picChg chg="del">
          <ac:chgData name="이 창호" userId="92ba24a7-d58e-4179-98a0-3ca16608bcac" providerId="ADAL" clId="{A772926F-755D-4BCD-949A-64035BCD649F}" dt="2023-04-21T05:54:20.296" v="1238" actId="478"/>
          <ac:picMkLst>
            <pc:docMk/>
            <pc:sldMk cId="644896333" sldId="331"/>
            <ac:picMk id="3" creationId="{42CF7696-1218-2E2E-6B69-6919F2878C36}"/>
          </ac:picMkLst>
        </pc:picChg>
        <pc:picChg chg="add del mod">
          <ac:chgData name="이 창호" userId="92ba24a7-d58e-4179-98a0-3ca16608bcac" providerId="ADAL" clId="{A772926F-755D-4BCD-949A-64035BCD649F}" dt="2023-04-21T05:59:29.993" v="1252" actId="478"/>
          <ac:picMkLst>
            <pc:docMk/>
            <pc:sldMk cId="644896333" sldId="331"/>
            <ac:picMk id="7" creationId="{5DEEE41A-D309-2604-AC6C-6621E4B5F4F6}"/>
          </ac:picMkLst>
        </pc:picChg>
        <pc:picChg chg="del">
          <ac:chgData name="이 창호" userId="92ba24a7-d58e-4179-98a0-3ca16608bcac" providerId="ADAL" clId="{A772926F-755D-4BCD-949A-64035BCD649F}" dt="2023-04-21T05:54:20.578" v="1239" actId="478"/>
          <ac:picMkLst>
            <pc:docMk/>
            <pc:sldMk cId="644896333" sldId="331"/>
            <ac:picMk id="1026" creationId="{14407554-233C-7141-6F70-C11CC00B8B46}"/>
          </ac:picMkLst>
        </pc:picChg>
      </pc:sldChg>
      <pc:sldChg chg="addSp delSp modSp add mod">
        <pc:chgData name="이 창호" userId="92ba24a7-d58e-4179-98a0-3ca16608bcac" providerId="ADAL" clId="{A772926F-755D-4BCD-949A-64035BCD649F}" dt="2023-04-21T05:59:26.624" v="1251" actId="1076"/>
        <pc:sldMkLst>
          <pc:docMk/>
          <pc:sldMk cId="1225369496" sldId="332"/>
        </pc:sldMkLst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3" creationId="{52FB67F5-6E6D-6BBD-9180-66A9A99476E6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4" creationId="{15CFB495-D221-8E38-9CEA-44A0E2E8005F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5" creationId="{E80624EF-3146-0A94-4065-4AEC094F5316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6" creationId="{A500DCE3-7FD7-B975-1274-EFB2576AE412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8" creationId="{01F7EA09-15AD-1BA3-3832-54CBAAC8EBD6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9" creationId="{51C471CA-CB63-770A-A79B-EEF7198E89DA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10" creationId="{1D29C505-019B-AE8C-5B91-54773AFE677C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12" creationId="{81FDB653-907E-FE82-2DF8-3B056704BB32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13" creationId="{60DFDD2E-BC24-C60B-388C-53587408067A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14" creationId="{2F435ECA-B01C-02DA-EBC3-0E377D9EB41B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17" creationId="{990376D4-B3D6-5ABD-F232-E75AC640570B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20" creationId="{64ADD9AB-6AFC-B6A3-2855-C310A697E848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21" creationId="{27B48A71-70D4-128A-9534-D37980F1A8F7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22" creationId="{363D1256-2A82-908E-F83A-7462504F0D3E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23" creationId="{9BF7F9B5-FC03-7B7D-BF09-A3ED8D11B691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24" creationId="{2B684F8A-257A-2ECE-75B2-1C982486CE6A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31" creationId="{E9B699BE-9465-FE98-F3AE-3431E8626FCF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33" creationId="{D6831F4D-5CFB-3190-FCBB-D0E61A64720C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34" creationId="{B8A27C04-39F0-1D55-80F3-2E54ADE67899}"/>
          </ac:spMkLst>
        </pc:spChg>
        <pc:spChg chg="add mod">
          <ac:chgData name="이 창호" userId="92ba24a7-d58e-4179-98a0-3ca16608bcac" providerId="ADAL" clId="{A772926F-755D-4BCD-949A-64035BCD649F}" dt="2023-04-21T05:59:26.624" v="1251" actId="1076"/>
          <ac:spMkLst>
            <pc:docMk/>
            <pc:sldMk cId="1225369496" sldId="332"/>
            <ac:spMk id="38" creationId="{8E215F3B-AB70-1A47-A2B5-251F8BA6AF4E}"/>
          </ac:spMkLst>
        </pc:spChg>
        <pc:picChg chg="add del mod">
          <ac:chgData name="이 창호" userId="92ba24a7-d58e-4179-98a0-3ca16608bcac" providerId="ADAL" clId="{A772926F-755D-4BCD-949A-64035BCD649F}" dt="2023-04-21T05:59:17.709" v="1249"/>
          <ac:picMkLst>
            <pc:docMk/>
            <pc:sldMk cId="1225369496" sldId="332"/>
            <ac:picMk id="2" creationId="{397FAD6B-D08F-2443-CC7B-F2EDA678A7CD}"/>
          </ac:picMkLst>
        </pc:picChg>
        <pc:picChg chg="del">
          <ac:chgData name="이 창호" userId="92ba24a7-d58e-4179-98a0-3ca16608bcac" providerId="ADAL" clId="{A772926F-755D-4BCD-949A-64035BCD649F}" dt="2023-04-21T05:58:57.345" v="1245" actId="478"/>
          <ac:picMkLst>
            <pc:docMk/>
            <pc:sldMk cId="1225369496" sldId="332"/>
            <ac:picMk id="7" creationId="{5DEEE41A-D309-2604-AC6C-6621E4B5F4F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181AA-4705-4D5C-8C35-E49D99BC4AF0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2044F-B59C-40A8-BDAC-ACBFFDC6A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51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2044F-B59C-40A8-BDAC-ACBFFDC6AEE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722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2044F-B59C-40A8-BDAC-ACBFFDC6AEE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310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9AFDC-5E7C-9B8D-8F4A-9B562A87B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11A062-37D9-44EF-18AF-89692ACE7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C15E55-FFA0-6DC0-DDB6-BE98FE0F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D31024-D24C-39BA-5372-0DA0C0E3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4917F-0AEA-8690-736B-FF39171B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54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E8B31-9F4C-8810-3D29-AAB1D877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82CF04-6996-A261-B78D-C58DDCD67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9A4933-A6E3-926C-8810-3C98DDE7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C38815-47FE-94BD-F40C-BCF0E68DF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58A94F-86DA-093B-0C04-76FBBC71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736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C297D-F25D-9DCF-0858-543D119BA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183B2D-7F0D-7F55-FB5F-3D7FA38E7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D9FEDD-589B-E3E6-AB51-F49A9E8E7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98AE32-C58B-1D0F-B69D-3F32FCF7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2E932F-BC6F-D366-761D-97EE0262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77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A8334-3BCB-B0CA-E51B-B7EA1B9E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458604-6C50-5EF8-36A9-4A1083FCF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1BA4AB-F995-2440-C48B-D620842C2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3E6B8A-9BE4-4FFE-1AF2-79CE78F4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3911C5-7177-670B-E13E-FEBDF486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0E82BA-3483-83B5-2C4B-F07D73EAE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04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7A45E-64BB-DEA5-32DF-ED91052A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AFC5BE-353A-EB20-1670-54A8E6A6A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065114-490D-002B-6602-0CE1A78AC3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27C9D9-3D22-13B8-C7F8-980AADA9E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B311AF-9E42-5617-6EFC-22307DE556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D90109-369A-66E3-2CA1-A02DF0210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D01A7C-4A80-342D-2CD5-2F6273D6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4719B1-4DF6-1DE5-E011-C26E3AD56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60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F4377-0211-0512-27A3-918295B7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D9BC5B-AEA9-B3D0-DD28-B81701CB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0AEA10-71FB-7A42-2E69-F8E0D022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3F3560-2FF0-55A6-0DFD-16EB2E63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62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F2EACC-94D1-AD5D-1650-239C6CBD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6F7C2F-CC39-8714-174E-0503FACF4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EA58E6-4690-D1B9-59FA-6096F8CE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83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9B8FE-B03A-6503-BB55-747916331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89FE6E-6A7F-C7AC-18C9-75AEF12FB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F4AB69-A046-3EEC-41EE-D0667AE2F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AB509B-2E90-3A27-CC26-C140C530B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99D155-BD32-E915-230D-BFBE24FF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5BBD41-076E-02A6-4DA2-0E010612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93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AB5C26-920F-F664-6B25-5063885ED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2637AB5-CE82-D1B8-F747-1A2BA8EE1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7881E2-F439-B46D-8105-17DF451F3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F847BE-6D4E-6EC5-DB2C-AC162C91D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E0B4E4-84C3-9B9D-1EF1-44975761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B70A35-87DF-B919-F10A-FB722D74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622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1E7D4-179D-20B0-E2C2-E124A968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3C7051-4EAD-C06E-AE58-59E36556C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07FF59-1554-D82B-05ED-75F194CD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8B5B2-CE3A-65BB-0799-17FDD7D4B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835D5D-0E3C-3439-2BDF-173E63E8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06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A98CA9-54CF-1D77-7DF5-0ED27BBC1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7901C7-7CFD-161F-362E-B6B00FB80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D1313-2054-86FE-3DF0-4CC02F10E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9448F4-87E6-2E0A-A5FE-35E5A03D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5666D6-F1FB-E7E8-2ECA-8F83221E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191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0E1A3D1-60C7-A571-7D26-8AE0E0977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A313EA-331B-66AE-F9FB-0F0347E77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0DFDE5-40FA-74CA-F3FE-8741DF276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177E4-BA30-433D-BA0C-FACDE0F310E1}" type="datetimeFigureOut">
              <a:rPr lang="ko-KR" altLang="en-US" smtClean="0"/>
              <a:t>2025-11-30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B295A2-CE74-B27B-6B85-FC6FC7E81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041735-ADD4-8DBD-1BF1-A06B64B26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BD03A-7A6F-42BC-8190-3EAC898248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892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16CE8A-31CE-7EC8-D213-B81FA09C7AF7}"/>
              </a:ext>
            </a:extLst>
          </p:cNvPr>
          <p:cNvSpPr txBox="1"/>
          <p:nvPr/>
        </p:nvSpPr>
        <p:spPr>
          <a:xfrm>
            <a:off x="6620773" y="1394893"/>
            <a:ext cx="504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수면 중 생리적 변화에 따른 스트레스 수치 예측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3ED013-5EF3-D4DE-B3FF-AF2D9C6CCF19}"/>
              </a:ext>
            </a:extLst>
          </p:cNvPr>
          <p:cNvSpPr txBox="1"/>
          <p:nvPr/>
        </p:nvSpPr>
        <p:spPr>
          <a:xfrm>
            <a:off x="7150436" y="2874487"/>
            <a:ext cx="3985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어프렌티스 프로젝트 </a:t>
            </a:r>
            <a:r>
              <a:rPr lang="en-US" altLang="ko-KR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– 8</a:t>
            </a:r>
            <a:r>
              <a:rPr lang="ko-KR" altLang="en-US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조</a:t>
            </a:r>
            <a:endParaRPr lang="en-US" altLang="ko-KR" sz="2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875136-9CE9-C6F1-564D-77546AD606E9}"/>
              </a:ext>
            </a:extLst>
          </p:cNvPr>
          <p:cNvSpPr txBox="1"/>
          <p:nvPr/>
        </p:nvSpPr>
        <p:spPr>
          <a:xfrm>
            <a:off x="8976000" y="3491954"/>
            <a:ext cx="2725567" cy="19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b="1" dirty="0">
                <a:latin typeface="+mn-ea"/>
              </a:rPr>
              <a:t>2024</a:t>
            </a:r>
            <a:r>
              <a:rPr kumimoji="0" lang="ko-KR" altLang="en-US" b="1" dirty="0">
                <a:latin typeface="+mn-ea"/>
              </a:rPr>
              <a:t>년 </a:t>
            </a:r>
            <a:r>
              <a:rPr kumimoji="0" lang="en-US" altLang="ko-KR" b="1" dirty="0">
                <a:latin typeface="+mn-ea"/>
              </a:rPr>
              <a:t>10</a:t>
            </a:r>
            <a:r>
              <a:rPr kumimoji="0" lang="ko-KR" altLang="en-US" b="1" dirty="0">
                <a:latin typeface="+mn-ea"/>
              </a:rPr>
              <a:t>월 </a:t>
            </a:r>
            <a:r>
              <a:rPr kumimoji="0" lang="en-US" altLang="ko-KR" b="1" dirty="0">
                <a:latin typeface="+mn-ea"/>
              </a:rPr>
              <a:t>31</a:t>
            </a:r>
            <a:r>
              <a:rPr kumimoji="0" lang="ko-KR" altLang="en-US" b="1" dirty="0">
                <a:latin typeface="+mn-ea"/>
              </a:rPr>
              <a:t>일</a:t>
            </a:r>
            <a:endParaRPr kumimoji="0" lang="en-US" altLang="ko-KR" b="1" dirty="0">
              <a:latin typeface="+mn-ea"/>
            </a:endParaRPr>
          </a:p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b="1" dirty="0">
              <a:latin typeface="+mn-ea"/>
            </a:endParaRPr>
          </a:p>
          <a:p>
            <a:pPr algn="r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b="1" dirty="0">
                <a:latin typeface="+mn-ea"/>
              </a:rPr>
              <a:t>8</a:t>
            </a:r>
            <a:r>
              <a:rPr kumimoji="0" lang="ko-KR" altLang="en-US" b="1" dirty="0">
                <a:latin typeface="+mn-ea"/>
              </a:rPr>
              <a:t>조</a:t>
            </a:r>
            <a:endParaRPr kumimoji="0" lang="en-US" altLang="ko-KR" b="1" dirty="0">
              <a:latin typeface="+mn-ea"/>
            </a:endParaRPr>
          </a:p>
          <a:p>
            <a:pPr algn="r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b="1" dirty="0">
                <a:latin typeface="+mn-ea"/>
              </a:rPr>
              <a:t>신진영</a:t>
            </a:r>
            <a:endParaRPr kumimoji="0" lang="en-US" altLang="ko-KR" b="1" dirty="0">
              <a:latin typeface="+mn-ea"/>
            </a:endParaRPr>
          </a:p>
          <a:p>
            <a:pPr algn="r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atin typeface="+mn-ea"/>
              </a:rPr>
              <a:t>한재철</a:t>
            </a:r>
            <a:endParaRPr lang="en-US" altLang="ko-KR" b="1" dirty="0">
              <a:latin typeface="+mn-ea"/>
            </a:endParaRPr>
          </a:p>
          <a:p>
            <a:pPr algn="r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>
                <a:latin typeface="+mn-ea"/>
              </a:rPr>
              <a:t>문정민</a:t>
            </a:r>
            <a:endParaRPr lang="en-US" altLang="ko-KR" b="1" dirty="0"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34D995-E892-5B03-5942-1BD22058835C}"/>
              </a:ext>
            </a:extLst>
          </p:cNvPr>
          <p:cNvSpPr/>
          <p:nvPr/>
        </p:nvSpPr>
        <p:spPr>
          <a:xfrm>
            <a:off x="6620773" y="3398697"/>
            <a:ext cx="5040000" cy="62432"/>
          </a:xfrm>
          <a:prstGeom prst="rect">
            <a:avLst/>
          </a:prstGeom>
          <a:solidFill>
            <a:srgbClr val="A9C8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10" descr="Digital Healthcare">
            <a:extLst>
              <a:ext uri="{FF2B5EF4-FFF2-40B4-BE49-F238E27FC236}">
                <a16:creationId xmlns:a16="http://schemas.microsoft.com/office/drawing/2014/main" id="{91285657-0998-9C3C-31B6-A60BE97298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0" y="-25395"/>
            <a:ext cx="6096000" cy="6883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828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38B316-82E1-BEF6-EF01-3A653748A17B}"/>
              </a:ext>
            </a:extLst>
          </p:cNvPr>
          <p:cNvSpPr/>
          <p:nvPr/>
        </p:nvSpPr>
        <p:spPr>
          <a:xfrm>
            <a:off x="-21283" y="-7521"/>
            <a:ext cx="12213283" cy="91652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2000">
                <a:schemeClr val="bg1"/>
              </a:gs>
              <a:gs pos="83000">
                <a:srgbClr val="A7E8FF">
                  <a:alpha val="69804"/>
                </a:srgbClr>
              </a:gs>
              <a:gs pos="61000">
                <a:schemeClr val="bg1"/>
              </a:gs>
              <a:gs pos="100000">
                <a:srgbClr val="6DC4FF">
                  <a:alpha val="69804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C7EA57-23DA-BC78-9724-32B74493A2E6}"/>
              </a:ext>
            </a:extLst>
          </p:cNvPr>
          <p:cNvSpPr txBox="1"/>
          <p:nvPr/>
        </p:nvSpPr>
        <p:spPr>
          <a:xfrm>
            <a:off x="804000" y="66018"/>
            <a:ext cx="216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1</a:t>
            </a:r>
            <a:r>
              <a:rPr lang="ko-KR" altLang="en-US" dirty="0"/>
              <a:t> </a:t>
            </a:r>
            <a:r>
              <a:rPr lang="ko-KR" altLang="en-US" sz="2400" dirty="0"/>
              <a:t>연구목표</a:t>
            </a:r>
            <a:endParaRPr lang="en-US" altLang="ko-KR" sz="20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71C56B-54F6-C676-9EBF-38F151267CFE}"/>
              </a:ext>
            </a:extLst>
          </p:cNvPr>
          <p:cNvSpPr/>
          <p:nvPr/>
        </p:nvSpPr>
        <p:spPr>
          <a:xfrm>
            <a:off x="-21284" y="891602"/>
            <a:ext cx="12213283" cy="89398"/>
          </a:xfrm>
          <a:prstGeom prst="rect">
            <a:avLst/>
          </a:prstGeom>
          <a:solidFill>
            <a:srgbClr val="A9C8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16E2AF9-3171-1DF7-CF1A-EBE33611B412}"/>
              </a:ext>
            </a:extLst>
          </p:cNvPr>
          <p:cNvCxnSpPr>
            <a:cxnSpLocks/>
          </p:cNvCxnSpPr>
          <p:nvPr/>
        </p:nvCxnSpPr>
        <p:spPr>
          <a:xfrm>
            <a:off x="-96000" y="333000"/>
            <a:ext cx="648000" cy="0"/>
          </a:xfrm>
          <a:prstGeom prst="line">
            <a:avLst/>
          </a:prstGeom>
          <a:ln w="254000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3F150E6-9CAD-E213-256F-812213494566}"/>
              </a:ext>
            </a:extLst>
          </p:cNvPr>
          <p:cNvCxnSpPr>
            <a:cxnSpLocks/>
          </p:cNvCxnSpPr>
          <p:nvPr/>
        </p:nvCxnSpPr>
        <p:spPr>
          <a:xfrm>
            <a:off x="-96000" y="621154"/>
            <a:ext cx="864000" cy="0"/>
          </a:xfrm>
          <a:prstGeom prst="line">
            <a:avLst/>
          </a:prstGeom>
          <a:ln w="254000" cap="rnd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75F486D-59BB-CD25-A463-EBEFC2BE9461}"/>
              </a:ext>
            </a:extLst>
          </p:cNvPr>
          <p:cNvSpPr txBox="1"/>
          <p:nvPr/>
        </p:nvSpPr>
        <p:spPr>
          <a:xfrm>
            <a:off x="4238625" y="390321"/>
            <a:ext cx="794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수면 중 생리적 변화에 따른 스트레스 수치 예측</a:t>
            </a:r>
            <a:endParaRPr lang="en-US" altLang="ko-KR" sz="2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B73693-A006-9E34-9C91-3D3C143B784E}"/>
              </a:ext>
            </a:extLst>
          </p:cNvPr>
          <p:cNvSpPr txBox="1"/>
          <p:nvPr/>
        </p:nvSpPr>
        <p:spPr>
          <a:xfrm>
            <a:off x="1244383" y="1338029"/>
            <a:ext cx="666562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주제 </a:t>
            </a:r>
            <a:r>
              <a:rPr lang="en-US" altLang="ko-KR" sz="2400" dirty="0"/>
              <a:t>: </a:t>
            </a:r>
            <a:r>
              <a:rPr lang="ko-KR" altLang="en-US" sz="2400" dirty="0"/>
              <a:t>수면과 생리적 변화에 따른 스트레스 수치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동기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sz="2000" dirty="0"/>
              <a:t>적당한 스트레스는 다양한 호르몬을 통해서 위험에 대처하거나 상황을 해결하는 힘을 내지만</a:t>
            </a:r>
            <a:r>
              <a:rPr lang="en-US" altLang="ko-KR" sz="2000" dirty="0"/>
              <a:t>, </a:t>
            </a:r>
            <a:r>
              <a:rPr lang="ko-KR" altLang="en-US" sz="2000" dirty="0"/>
              <a:t>극심한 스트레스를 받는 경우 </a:t>
            </a:r>
            <a:r>
              <a:rPr lang="en-US" altLang="ko-KR" sz="2000" dirty="0"/>
              <a:t>PTSD, </a:t>
            </a:r>
            <a:r>
              <a:rPr lang="ko-KR" altLang="en-US" sz="2000" dirty="0"/>
              <a:t>급성 스트레스 장애 등에 걸리는 등 만병의 근원으로 작용할 수 있다</a:t>
            </a:r>
            <a:r>
              <a:rPr lang="en-US" altLang="ko-KR" sz="2000" dirty="0"/>
              <a:t>.</a:t>
            </a:r>
          </a:p>
          <a:p>
            <a:pPr marL="742950" lvl="1" indent="-285750">
              <a:buFontTx/>
              <a:buChar char="-"/>
            </a:pPr>
            <a:endParaRPr lang="en-US" altLang="ko-KR" sz="2000" dirty="0"/>
          </a:p>
          <a:p>
            <a:pPr marL="742950" lvl="1" indent="-285750">
              <a:buFontTx/>
              <a:buChar char="-"/>
            </a:pPr>
            <a:r>
              <a:rPr lang="ko-KR" altLang="en-US" sz="2000" dirty="0"/>
              <a:t>이에 수면 중에 생리적 변화에 따라 하루의 스트레스 수치를 예측하고 예측된 수치를 통해서 스스로 스트레스를 관리하고 조절할 수 있도록 하려한다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5965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38B316-82E1-BEF6-EF01-3A653748A17B}"/>
              </a:ext>
            </a:extLst>
          </p:cNvPr>
          <p:cNvSpPr/>
          <p:nvPr/>
        </p:nvSpPr>
        <p:spPr>
          <a:xfrm>
            <a:off x="-21283" y="-7521"/>
            <a:ext cx="12213283" cy="91652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2000">
                <a:schemeClr val="bg1"/>
              </a:gs>
              <a:gs pos="83000">
                <a:srgbClr val="A7E8FF">
                  <a:alpha val="69804"/>
                </a:srgbClr>
              </a:gs>
              <a:gs pos="61000">
                <a:schemeClr val="bg1"/>
              </a:gs>
              <a:gs pos="100000">
                <a:srgbClr val="6DC4FF">
                  <a:alpha val="69804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71C56B-54F6-C676-9EBF-38F151267CFE}"/>
              </a:ext>
            </a:extLst>
          </p:cNvPr>
          <p:cNvSpPr/>
          <p:nvPr/>
        </p:nvSpPr>
        <p:spPr>
          <a:xfrm>
            <a:off x="-21284" y="891602"/>
            <a:ext cx="12213283" cy="89398"/>
          </a:xfrm>
          <a:prstGeom prst="rect">
            <a:avLst/>
          </a:prstGeom>
          <a:solidFill>
            <a:srgbClr val="A9C8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16E2AF9-3171-1DF7-CF1A-EBE33611B412}"/>
              </a:ext>
            </a:extLst>
          </p:cNvPr>
          <p:cNvCxnSpPr>
            <a:cxnSpLocks/>
          </p:cNvCxnSpPr>
          <p:nvPr/>
        </p:nvCxnSpPr>
        <p:spPr>
          <a:xfrm>
            <a:off x="-96000" y="333000"/>
            <a:ext cx="648000" cy="0"/>
          </a:xfrm>
          <a:prstGeom prst="line">
            <a:avLst/>
          </a:prstGeom>
          <a:ln w="254000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3F150E6-9CAD-E213-256F-812213494566}"/>
              </a:ext>
            </a:extLst>
          </p:cNvPr>
          <p:cNvCxnSpPr>
            <a:cxnSpLocks/>
          </p:cNvCxnSpPr>
          <p:nvPr/>
        </p:nvCxnSpPr>
        <p:spPr>
          <a:xfrm>
            <a:off x="-96000" y="621154"/>
            <a:ext cx="864000" cy="0"/>
          </a:xfrm>
          <a:prstGeom prst="line">
            <a:avLst/>
          </a:prstGeom>
          <a:ln w="254000" cap="rnd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TextBox 1051">
            <a:extLst>
              <a:ext uri="{FF2B5EF4-FFF2-40B4-BE49-F238E27FC236}">
                <a16:creationId xmlns:a16="http://schemas.microsoft.com/office/drawing/2014/main" id="{590EC299-2A6A-1F1F-49A0-E498D437526D}"/>
              </a:ext>
            </a:extLst>
          </p:cNvPr>
          <p:cNvSpPr txBox="1"/>
          <p:nvPr/>
        </p:nvSpPr>
        <p:spPr>
          <a:xfrm>
            <a:off x="804000" y="66018"/>
            <a:ext cx="216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2</a:t>
            </a:r>
            <a:r>
              <a:rPr lang="ko-KR" altLang="en-US" dirty="0"/>
              <a:t> </a:t>
            </a:r>
            <a:r>
              <a:rPr lang="ko-KR" altLang="en-US" sz="2400" dirty="0"/>
              <a:t>데이터세트</a:t>
            </a:r>
            <a:endParaRPr lang="en-US" altLang="ko-KR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DEDCA3-54DB-EBB5-12C5-061CD8F6C9A5}"/>
              </a:ext>
            </a:extLst>
          </p:cNvPr>
          <p:cNvSpPr txBox="1"/>
          <p:nvPr/>
        </p:nvSpPr>
        <p:spPr>
          <a:xfrm>
            <a:off x="4238625" y="390321"/>
            <a:ext cx="794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수면 중 생리적 변화에 따른 스트레스 수치 예측</a:t>
            </a:r>
            <a:endParaRPr lang="en-US" altLang="ko-KR" sz="2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17E573-0AE2-1BC1-F481-B1C6197687E8}"/>
              </a:ext>
            </a:extLst>
          </p:cNvPr>
          <p:cNvSpPr txBox="1"/>
          <p:nvPr/>
        </p:nvSpPr>
        <p:spPr>
          <a:xfrm>
            <a:off x="1244383" y="1338029"/>
            <a:ext cx="100835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데이터 세트</a:t>
            </a:r>
            <a:endParaRPr lang="en-US" altLang="ko-KR" sz="2400" dirty="0"/>
          </a:p>
          <a:p>
            <a:pPr marL="800100" lvl="1" indent="-342900">
              <a:buFontTx/>
              <a:buChar char="-"/>
            </a:pPr>
            <a:r>
              <a:rPr lang="ko-KR" altLang="en-US" sz="2000" dirty="0"/>
              <a:t>호흡수</a:t>
            </a:r>
            <a:r>
              <a:rPr lang="en-US" altLang="ko-KR" sz="2000" dirty="0"/>
              <a:t>, </a:t>
            </a:r>
            <a:r>
              <a:rPr lang="ko-KR" altLang="en-US" sz="2000" dirty="0"/>
              <a:t>체온</a:t>
            </a:r>
            <a:r>
              <a:rPr lang="en-US" altLang="ko-KR" sz="2000" dirty="0"/>
              <a:t>, </a:t>
            </a:r>
            <a:r>
              <a:rPr lang="ko-KR" altLang="en-US" sz="2000" dirty="0"/>
              <a:t>코골이 정도</a:t>
            </a:r>
            <a:r>
              <a:rPr lang="en-US" altLang="ko-KR" sz="2000" dirty="0"/>
              <a:t>, </a:t>
            </a:r>
            <a:r>
              <a:rPr lang="ko-KR" altLang="en-US" sz="2000" dirty="0"/>
              <a:t>움직임 속도</a:t>
            </a:r>
            <a:r>
              <a:rPr lang="en-US" altLang="ko-KR" sz="2000" dirty="0"/>
              <a:t>, </a:t>
            </a:r>
            <a:r>
              <a:rPr lang="ko-KR" altLang="en-US" sz="2000" dirty="0"/>
              <a:t>혈중 산소 수치</a:t>
            </a:r>
            <a:r>
              <a:rPr lang="en-US" altLang="ko-KR" sz="2000" dirty="0"/>
              <a:t>, </a:t>
            </a:r>
            <a:r>
              <a:rPr lang="ko-KR" altLang="en-US" sz="2000" dirty="0"/>
              <a:t>눈 움직임</a:t>
            </a:r>
            <a:r>
              <a:rPr lang="en-US" altLang="ko-KR" sz="2000" dirty="0"/>
              <a:t>, </a:t>
            </a:r>
            <a:r>
              <a:rPr lang="ko-KR" altLang="en-US" sz="2000" dirty="0"/>
              <a:t>수면 시간</a:t>
            </a:r>
            <a:r>
              <a:rPr lang="en-US" altLang="ko-KR" sz="2000" dirty="0"/>
              <a:t>, </a:t>
            </a:r>
            <a:r>
              <a:rPr lang="ko-KR" altLang="en-US" sz="2000" dirty="0"/>
              <a:t>심박수</a:t>
            </a:r>
            <a:r>
              <a:rPr lang="en-US" altLang="ko-KR" sz="2000" dirty="0"/>
              <a:t>, </a:t>
            </a:r>
            <a:r>
              <a:rPr lang="ko-KR" altLang="en-US" sz="2000" dirty="0"/>
              <a:t>스트레스 수준 등의 </a:t>
            </a:r>
            <a:r>
              <a:rPr lang="en-US" altLang="ko-KR" sz="2000" dirty="0"/>
              <a:t>9</a:t>
            </a:r>
            <a:r>
              <a:rPr lang="ko-KR" altLang="en-US" sz="2000" dirty="0"/>
              <a:t>개의 열과 약 </a:t>
            </a:r>
            <a:r>
              <a:rPr lang="en-US" altLang="ko-KR" sz="2000" dirty="0"/>
              <a:t>600</a:t>
            </a:r>
            <a:r>
              <a:rPr lang="ko-KR" altLang="en-US" sz="2000" dirty="0"/>
              <a:t>개의 행으로 구성</a:t>
            </a:r>
            <a:endParaRPr lang="en-US" altLang="ko-KR" sz="2000" dirty="0"/>
          </a:p>
        </p:txBody>
      </p:sp>
      <p:grpSp>
        <p:nvGrpSpPr>
          <p:cNvPr id="1088" name="그룹 1087">
            <a:extLst>
              <a:ext uri="{FF2B5EF4-FFF2-40B4-BE49-F238E27FC236}">
                <a16:creationId xmlns:a16="http://schemas.microsoft.com/office/drawing/2014/main" id="{5A27F6BB-8F5D-D735-1B49-9339391D3770}"/>
              </a:ext>
            </a:extLst>
          </p:cNvPr>
          <p:cNvGrpSpPr/>
          <p:nvPr/>
        </p:nvGrpSpPr>
        <p:grpSpPr>
          <a:xfrm>
            <a:off x="2761170" y="3072283"/>
            <a:ext cx="6676149" cy="3507351"/>
            <a:chOff x="2761170" y="3072283"/>
            <a:chExt cx="6676149" cy="3507351"/>
          </a:xfrm>
        </p:grpSpPr>
        <p:pic>
          <p:nvPicPr>
            <p:cNvPr id="2050" name="Picture 2" descr="스트레스 받는 사람 - 무료 의료 및 의료개 아이콘">
              <a:extLst>
                <a:ext uri="{FF2B5EF4-FFF2-40B4-BE49-F238E27FC236}">
                  <a16:creationId xmlns:a16="http://schemas.microsoft.com/office/drawing/2014/main" id="{53DBC5E3-4FD7-9C4C-972E-61264F798E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0487" y="4568416"/>
              <a:ext cx="1636450" cy="16364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4D36B51-EF1C-E736-FECD-53CFD9351FFF}"/>
                </a:ext>
              </a:extLst>
            </p:cNvPr>
            <p:cNvGrpSpPr/>
            <p:nvPr/>
          </p:nvGrpSpPr>
          <p:grpSpPr>
            <a:xfrm>
              <a:off x="4947271" y="3072283"/>
              <a:ext cx="766317" cy="1006329"/>
              <a:chOff x="2964000" y="3275978"/>
              <a:chExt cx="766317" cy="1006329"/>
            </a:xfrm>
          </p:grpSpPr>
          <p:pic>
            <p:nvPicPr>
              <p:cNvPr id="2052" name="Picture 4" descr="바람 불면 벡터 아이콘 공기 퍼프 기호 바람에 대한 스톡 벡터 아트 및 기타 이미지 - 바람, 아이콘, 호흡 운동 - iStock">
                <a:extLst>
                  <a:ext uri="{FF2B5EF4-FFF2-40B4-BE49-F238E27FC236}">
                    <a16:creationId xmlns:a16="http://schemas.microsoft.com/office/drawing/2014/main" id="{C59BD9AD-5666-A15A-E7CA-43F95CEAF5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5714" y="3275978"/>
                <a:ext cx="742888" cy="7428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827145B6-C446-635D-615A-4DD65B0BDEF5}"/>
                  </a:ext>
                </a:extLst>
              </p:cNvPr>
              <p:cNvSpPr/>
              <p:nvPr/>
            </p:nvSpPr>
            <p:spPr>
              <a:xfrm>
                <a:off x="2964000" y="3275978"/>
                <a:ext cx="754602" cy="75460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AB7DEB90-B491-D5C0-1B83-5DBC095742CA}"/>
                  </a:ext>
                </a:extLst>
              </p:cNvPr>
              <p:cNvSpPr/>
              <p:nvPr/>
            </p:nvSpPr>
            <p:spPr>
              <a:xfrm>
                <a:off x="2975714" y="3968239"/>
                <a:ext cx="754603" cy="29580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501B3A6-6130-CC2D-6375-F9D5D4C5F21C}"/>
                  </a:ext>
                </a:extLst>
              </p:cNvPr>
              <p:cNvSpPr txBox="1"/>
              <p:nvPr/>
            </p:nvSpPr>
            <p:spPr>
              <a:xfrm>
                <a:off x="3026746" y="3974530"/>
                <a:ext cx="6751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/>
                  <a:t>호흡수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1D686EF-2B3F-7DD0-0852-325EEF1DE22A}"/>
                </a:ext>
              </a:extLst>
            </p:cNvPr>
            <p:cNvGrpSpPr/>
            <p:nvPr/>
          </p:nvGrpSpPr>
          <p:grpSpPr>
            <a:xfrm>
              <a:off x="6595107" y="3238449"/>
              <a:ext cx="776794" cy="1011464"/>
              <a:chOff x="7825666" y="3314725"/>
              <a:chExt cx="776794" cy="1011464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3E103159-34E0-BFBE-9C8F-41B45B693EB6}"/>
                  </a:ext>
                </a:extLst>
              </p:cNvPr>
              <p:cNvGrpSpPr/>
              <p:nvPr/>
            </p:nvGrpSpPr>
            <p:grpSpPr>
              <a:xfrm>
                <a:off x="7825666" y="3314725"/>
                <a:ext cx="776794" cy="1011464"/>
                <a:chOff x="2964000" y="3275978"/>
                <a:chExt cx="776794" cy="1011464"/>
              </a:xfrm>
            </p:grpSpPr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5043C34C-7EAA-5508-B4F0-FFD2DFCD6147}"/>
                    </a:ext>
                  </a:extLst>
                </p:cNvPr>
                <p:cNvSpPr/>
                <p:nvPr/>
              </p:nvSpPr>
              <p:spPr>
                <a:xfrm>
                  <a:off x="2964000" y="3275978"/>
                  <a:ext cx="754602" cy="75460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05C0BC59-55A4-A532-B111-4731F1969DD3}"/>
                    </a:ext>
                  </a:extLst>
                </p:cNvPr>
                <p:cNvSpPr/>
                <p:nvPr/>
              </p:nvSpPr>
              <p:spPr>
                <a:xfrm>
                  <a:off x="2975714" y="3968239"/>
                  <a:ext cx="754603" cy="29580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440B312-6EE0-3113-8922-F90FE630298E}"/>
                    </a:ext>
                  </a:extLst>
                </p:cNvPr>
                <p:cNvSpPr txBox="1"/>
                <p:nvPr/>
              </p:nvSpPr>
              <p:spPr>
                <a:xfrm>
                  <a:off x="2980522" y="3979665"/>
                  <a:ext cx="7602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400" dirty="0"/>
                    <a:t>체온</a:t>
                  </a:r>
                </a:p>
              </p:txBody>
            </p:sp>
          </p:grpSp>
          <p:pic>
            <p:nvPicPr>
              <p:cNvPr id="2062" name="Picture 14" descr="Thermometer Icon Vector Design Sur Fond Blanc Vecteurs libres de droits et  plus d'images vectorielles de Thermomètre - Thermomètre, Chaleur, Fièvre -  iStock">
                <a:extLst>
                  <a:ext uri="{FF2B5EF4-FFF2-40B4-BE49-F238E27FC236}">
                    <a16:creationId xmlns:a16="http://schemas.microsoft.com/office/drawing/2014/main" id="{AF1DBF40-2C03-B977-600B-34BBF8FBA7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661" t="13595" r="34111" b="25214"/>
              <a:stretch/>
            </p:blipFill>
            <p:spPr bwMode="auto">
              <a:xfrm>
                <a:off x="8035860" y="3425248"/>
                <a:ext cx="316457" cy="5496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FFB765F-4F59-9598-68E3-D5E47DF91750}"/>
                </a:ext>
              </a:extLst>
            </p:cNvPr>
            <p:cNvGrpSpPr/>
            <p:nvPr/>
          </p:nvGrpSpPr>
          <p:grpSpPr>
            <a:xfrm>
              <a:off x="3316669" y="3350797"/>
              <a:ext cx="920445" cy="988066"/>
              <a:chOff x="3027310" y="4675574"/>
              <a:chExt cx="920445" cy="988066"/>
            </a:xfrm>
          </p:grpSpPr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0AC8A45F-D77A-B4F4-DAA1-6C729357510B}"/>
                  </a:ext>
                </a:extLst>
              </p:cNvPr>
              <p:cNvGrpSpPr/>
              <p:nvPr/>
            </p:nvGrpSpPr>
            <p:grpSpPr>
              <a:xfrm>
                <a:off x="3027310" y="4675574"/>
                <a:ext cx="920445" cy="988066"/>
                <a:chOff x="2892792" y="3275978"/>
                <a:chExt cx="920445" cy="988066"/>
              </a:xfrm>
            </p:grpSpPr>
            <p:sp>
              <p:nvSpPr>
                <p:cNvPr id="25" name="타원 24">
                  <a:extLst>
                    <a:ext uri="{FF2B5EF4-FFF2-40B4-BE49-F238E27FC236}">
                      <a16:creationId xmlns:a16="http://schemas.microsoft.com/office/drawing/2014/main" id="{BBD028C7-EFF7-3009-74C4-D3ECB63B75D4}"/>
                    </a:ext>
                  </a:extLst>
                </p:cNvPr>
                <p:cNvSpPr/>
                <p:nvPr/>
              </p:nvSpPr>
              <p:spPr>
                <a:xfrm>
                  <a:off x="2964000" y="3275978"/>
                  <a:ext cx="754602" cy="75460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7DF43E9B-7DD2-40CB-0537-C362BE4140A1}"/>
                    </a:ext>
                  </a:extLst>
                </p:cNvPr>
                <p:cNvSpPr/>
                <p:nvPr/>
              </p:nvSpPr>
              <p:spPr>
                <a:xfrm>
                  <a:off x="2975714" y="3968239"/>
                  <a:ext cx="754603" cy="29580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3A6D2E1-8C8A-A382-804B-44053EB4887D}"/>
                    </a:ext>
                  </a:extLst>
                </p:cNvPr>
                <p:cNvSpPr txBox="1"/>
                <p:nvPr/>
              </p:nvSpPr>
              <p:spPr>
                <a:xfrm>
                  <a:off x="2892792" y="3987045"/>
                  <a:ext cx="9204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200" dirty="0"/>
                    <a:t>움직임 정도</a:t>
                  </a:r>
                </a:p>
              </p:txBody>
            </p:sp>
          </p:grpSp>
          <p:pic>
            <p:nvPicPr>
              <p:cNvPr id="2064" name="Picture 16" descr="동작 - 무료 스포츠개 아이콘">
                <a:extLst>
                  <a:ext uri="{FF2B5EF4-FFF2-40B4-BE49-F238E27FC236}">
                    <a16:creationId xmlns:a16="http://schemas.microsoft.com/office/drawing/2014/main" id="{85716E42-D975-8E41-02EA-21DA797A6E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3858" y="4777453"/>
                <a:ext cx="550844" cy="5508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44" name="그룹 1043">
              <a:extLst>
                <a:ext uri="{FF2B5EF4-FFF2-40B4-BE49-F238E27FC236}">
                  <a16:creationId xmlns:a16="http://schemas.microsoft.com/office/drawing/2014/main" id="{F65F722C-86A5-C4E9-31B1-9A93760D92C6}"/>
                </a:ext>
              </a:extLst>
            </p:cNvPr>
            <p:cNvGrpSpPr/>
            <p:nvPr/>
          </p:nvGrpSpPr>
          <p:grpSpPr>
            <a:xfrm>
              <a:off x="3845537" y="4630628"/>
              <a:ext cx="793072" cy="988066"/>
              <a:chOff x="6056262" y="5289729"/>
              <a:chExt cx="793072" cy="988066"/>
            </a:xfrm>
          </p:grpSpPr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48276245-A961-E76E-3A59-0081E341B07C}"/>
                  </a:ext>
                </a:extLst>
              </p:cNvPr>
              <p:cNvGrpSpPr/>
              <p:nvPr/>
            </p:nvGrpSpPr>
            <p:grpSpPr>
              <a:xfrm>
                <a:off x="6056262" y="5289729"/>
                <a:ext cx="793072" cy="988066"/>
                <a:chOff x="2964000" y="3275978"/>
                <a:chExt cx="793072" cy="988066"/>
              </a:xfrm>
            </p:grpSpPr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3E841794-39AE-F1A9-F474-5BA3B8A9869B}"/>
                    </a:ext>
                  </a:extLst>
                </p:cNvPr>
                <p:cNvSpPr/>
                <p:nvPr/>
              </p:nvSpPr>
              <p:spPr>
                <a:xfrm>
                  <a:off x="2964000" y="3275978"/>
                  <a:ext cx="754602" cy="75460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C20978CC-5659-473A-2BA5-1B3E6572B3B6}"/>
                    </a:ext>
                  </a:extLst>
                </p:cNvPr>
                <p:cNvSpPr/>
                <p:nvPr/>
              </p:nvSpPr>
              <p:spPr>
                <a:xfrm>
                  <a:off x="2975714" y="3968239"/>
                  <a:ext cx="754603" cy="29580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44EE105-AB32-FDF8-D003-DD07C68DFB2F}"/>
                    </a:ext>
                  </a:extLst>
                </p:cNvPr>
                <p:cNvSpPr txBox="1"/>
                <p:nvPr/>
              </p:nvSpPr>
              <p:spPr>
                <a:xfrm>
                  <a:off x="2976089" y="3978399"/>
                  <a:ext cx="78098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200" dirty="0"/>
                    <a:t>혈중 산소</a:t>
                  </a:r>
                </a:p>
              </p:txBody>
            </p:sp>
          </p:grpSp>
          <p:pic>
            <p:nvPicPr>
              <p:cNvPr id="2066" name="Picture 18" descr="산소 포화도 - 무료 의료 및 의료개 아이콘">
                <a:extLst>
                  <a:ext uri="{FF2B5EF4-FFF2-40B4-BE49-F238E27FC236}">
                    <a16:creationId xmlns:a16="http://schemas.microsoft.com/office/drawing/2014/main" id="{27E5F705-8E6A-B733-07C3-F10E5837ED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50897" y="5310218"/>
                <a:ext cx="660362" cy="6603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46" name="그룹 1045">
              <a:extLst>
                <a:ext uri="{FF2B5EF4-FFF2-40B4-BE49-F238E27FC236}">
                  <a16:creationId xmlns:a16="http://schemas.microsoft.com/office/drawing/2014/main" id="{EE32F76D-C487-900E-DF20-58FE4B375550}"/>
                </a:ext>
              </a:extLst>
            </p:cNvPr>
            <p:cNvGrpSpPr/>
            <p:nvPr/>
          </p:nvGrpSpPr>
          <p:grpSpPr>
            <a:xfrm>
              <a:off x="2761170" y="5393229"/>
              <a:ext cx="834806" cy="988066"/>
              <a:chOff x="2458098" y="5437582"/>
              <a:chExt cx="834806" cy="988066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C3020B96-A5AA-DF24-01D0-A80F173ED270}"/>
                  </a:ext>
                </a:extLst>
              </p:cNvPr>
              <p:cNvGrpSpPr/>
              <p:nvPr/>
            </p:nvGrpSpPr>
            <p:grpSpPr>
              <a:xfrm>
                <a:off x="2458098" y="5437582"/>
                <a:ext cx="834806" cy="988066"/>
                <a:chOff x="2935612" y="3275978"/>
                <a:chExt cx="834806" cy="98806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0511B448-2480-1B96-9D1C-ED141AEFDE56}"/>
                    </a:ext>
                  </a:extLst>
                </p:cNvPr>
                <p:cNvSpPr/>
                <p:nvPr/>
              </p:nvSpPr>
              <p:spPr>
                <a:xfrm>
                  <a:off x="2964000" y="3275978"/>
                  <a:ext cx="754602" cy="75460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E27D6B59-DA81-D041-5736-71723E4D00FB}"/>
                    </a:ext>
                  </a:extLst>
                </p:cNvPr>
                <p:cNvSpPr/>
                <p:nvPr/>
              </p:nvSpPr>
              <p:spPr>
                <a:xfrm>
                  <a:off x="2975714" y="3968239"/>
                  <a:ext cx="754603" cy="29580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E14267E-DF11-B126-28AE-D9E32640CF10}"/>
                    </a:ext>
                  </a:extLst>
                </p:cNvPr>
                <p:cNvSpPr txBox="1"/>
                <p:nvPr/>
              </p:nvSpPr>
              <p:spPr>
                <a:xfrm>
                  <a:off x="2935612" y="3987045"/>
                  <a:ext cx="83480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dirty="0"/>
                    <a:t>눈 움직임</a:t>
                  </a:r>
                </a:p>
              </p:txBody>
            </p:sp>
          </p:grpSp>
          <p:pic>
            <p:nvPicPr>
              <p:cNvPr id="2068" name="Picture 20" descr="눈 - 무료 ui개 아이콘">
                <a:extLst>
                  <a:ext uri="{FF2B5EF4-FFF2-40B4-BE49-F238E27FC236}">
                    <a16:creationId xmlns:a16="http://schemas.microsoft.com/office/drawing/2014/main" id="{A1810A57-5B81-1E82-5A87-03266376F9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8694" y="5530732"/>
                <a:ext cx="510185" cy="510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45" name="그룹 1044">
              <a:extLst>
                <a:ext uri="{FF2B5EF4-FFF2-40B4-BE49-F238E27FC236}">
                  <a16:creationId xmlns:a16="http://schemas.microsoft.com/office/drawing/2014/main" id="{3A3A475E-FC44-86AA-3A33-9EF1B5318C20}"/>
                </a:ext>
              </a:extLst>
            </p:cNvPr>
            <p:cNvGrpSpPr/>
            <p:nvPr/>
          </p:nvGrpSpPr>
          <p:grpSpPr>
            <a:xfrm>
              <a:off x="8656336" y="4542666"/>
              <a:ext cx="780983" cy="988066"/>
              <a:chOff x="9070627" y="4340231"/>
              <a:chExt cx="780983" cy="988066"/>
            </a:xfrm>
          </p:grpSpPr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419842D4-770A-091B-E071-961DEF4D73B4}"/>
                  </a:ext>
                </a:extLst>
              </p:cNvPr>
              <p:cNvGrpSpPr/>
              <p:nvPr/>
            </p:nvGrpSpPr>
            <p:grpSpPr>
              <a:xfrm>
                <a:off x="9070627" y="4340231"/>
                <a:ext cx="780983" cy="988066"/>
                <a:chOff x="2964000" y="3275978"/>
                <a:chExt cx="780983" cy="988066"/>
              </a:xfrm>
            </p:grpSpPr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2893D5E5-8775-43B4-3013-E753B6092E1A}"/>
                    </a:ext>
                  </a:extLst>
                </p:cNvPr>
                <p:cNvSpPr/>
                <p:nvPr/>
              </p:nvSpPr>
              <p:spPr>
                <a:xfrm>
                  <a:off x="2964000" y="3275978"/>
                  <a:ext cx="754602" cy="75460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2D318BC9-C448-1242-4247-1FBDDFE909DD}"/>
                    </a:ext>
                  </a:extLst>
                </p:cNvPr>
                <p:cNvSpPr/>
                <p:nvPr/>
              </p:nvSpPr>
              <p:spPr>
                <a:xfrm>
                  <a:off x="2975714" y="3968239"/>
                  <a:ext cx="754603" cy="29580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C2F9070-DB66-1772-1957-B47D94F1A28D}"/>
                    </a:ext>
                  </a:extLst>
                </p:cNvPr>
                <p:cNvSpPr txBox="1"/>
                <p:nvPr/>
              </p:nvSpPr>
              <p:spPr>
                <a:xfrm>
                  <a:off x="2964000" y="3987045"/>
                  <a:ext cx="78098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200" dirty="0"/>
                    <a:t>수면 시간</a:t>
                  </a:r>
                </a:p>
              </p:txBody>
            </p:sp>
          </p:grpSp>
          <p:pic>
            <p:nvPicPr>
              <p:cNvPr id="2070" name="Picture 22" descr="수면 시간 - 무료 시간과 날짜개 아이콘">
                <a:extLst>
                  <a:ext uri="{FF2B5EF4-FFF2-40B4-BE49-F238E27FC236}">
                    <a16:creationId xmlns:a16="http://schemas.microsoft.com/office/drawing/2014/main" id="{D0755830-8169-E7EE-DDC0-FB744852F3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67029" y="4436633"/>
                <a:ext cx="561798" cy="5617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47" name="그룹 1046">
              <a:extLst>
                <a:ext uri="{FF2B5EF4-FFF2-40B4-BE49-F238E27FC236}">
                  <a16:creationId xmlns:a16="http://schemas.microsoft.com/office/drawing/2014/main" id="{070EE7FC-3FED-2EF5-B77A-0BAA11082C3D}"/>
                </a:ext>
              </a:extLst>
            </p:cNvPr>
            <p:cNvGrpSpPr/>
            <p:nvPr/>
          </p:nvGrpSpPr>
          <p:grpSpPr>
            <a:xfrm>
              <a:off x="7593896" y="5591568"/>
              <a:ext cx="766317" cy="988066"/>
              <a:chOff x="10430390" y="4795696"/>
              <a:chExt cx="766317" cy="988066"/>
            </a:xfrm>
          </p:grpSpPr>
          <p:grpSp>
            <p:nvGrpSpPr>
              <p:cNvPr id="1027" name="그룹 1026">
                <a:extLst>
                  <a:ext uri="{FF2B5EF4-FFF2-40B4-BE49-F238E27FC236}">
                    <a16:creationId xmlns:a16="http://schemas.microsoft.com/office/drawing/2014/main" id="{2114F07A-963A-5E9E-694C-DA81DC372D86}"/>
                  </a:ext>
                </a:extLst>
              </p:cNvPr>
              <p:cNvGrpSpPr/>
              <p:nvPr/>
            </p:nvGrpSpPr>
            <p:grpSpPr>
              <a:xfrm>
                <a:off x="10430390" y="4795696"/>
                <a:ext cx="766317" cy="988066"/>
                <a:chOff x="2964000" y="3275978"/>
                <a:chExt cx="766317" cy="988066"/>
              </a:xfrm>
            </p:grpSpPr>
            <p:sp>
              <p:nvSpPr>
                <p:cNvPr id="1034" name="타원 1033">
                  <a:extLst>
                    <a:ext uri="{FF2B5EF4-FFF2-40B4-BE49-F238E27FC236}">
                      <a16:creationId xmlns:a16="http://schemas.microsoft.com/office/drawing/2014/main" id="{B84D9C47-F4D6-F15F-35B5-1AE63F6FC7F0}"/>
                    </a:ext>
                  </a:extLst>
                </p:cNvPr>
                <p:cNvSpPr/>
                <p:nvPr/>
              </p:nvSpPr>
              <p:spPr>
                <a:xfrm>
                  <a:off x="2964000" y="3275978"/>
                  <a:ext cx="754602" cy="75460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6" name="직사각형 1035">
                  <a:extLst>
                    <a:ext uri="{FF2B5EF4-FFF2-40B4-BE49-F238E27FC236}">
                      <a16:creationId xmlns:a16="http://schemas.microsoft.com/office/drawing/2014/main" id="{3E8839D1-B675-E55E-13FE-910647127F00}"/>
                    </a:ext>
                  </a:extLst>
                </p:cNvPr>
                <p:cNvSpPr/>
                <p:nvPr/>
              </p:nvSpPr>
              <p:spPr>
                <a:xfrm>
                  <a:off x="2975714" y="3968239"/>
                  <a:ext cx="754603" cy="29580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37" name="TextBox 1036">
                  <a:extLst>
                    <a:ext uri="{FF2B5EF4-FFF2-40B4-BE49-F238E27FC236}">
                      <a16:creationId xmlns:a16="http://schemas.microsoft.com/office/drawing/2014/main" id="{CA101481-3232-0F47-A102-1D91F2B85E95}"/>
                    </a:ext>
                  </a:extLst>
                </p:cNvPr>
                <p:cNvSpPr txBox="1"/>
                <p:nvPr/>
              </p:nvSpPr>
              <p:spPr>
                <a:xfrm>
                  <a:off x="3063237" y="3977641"/>
                  <a:ext cx="60305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200" dirty="0"/>
                    <a:t>심박수</a:t>
                  </a:r>
                </a:p>
              </p:txBody>
            </p:sp>
          </p:grpSp>
          <p:pic>
            <p:nvPicPr>
              <p:cNvPr id="2072" name="Picture 24" descr="심박수 - 무료 의료개 아이콘">
                <a:extLst>
                  <a:ext uri="{FF2B5EF4-FFF2-40B4-BE49-F238E27FC236}">
                    <a16:creationId xmlns:a16="http://schemas.microsoft.com/office/drawing/2014/main" id="{BE24C8CC-2419-A975-1860-B5B6AE9EEE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61512" y="4927504"/>
                <a:ext cx="515786" cy="5157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060" name="직선 화살표 연결선 1059">
              <a:extLst>
                <a:ext uri="{FF2B5EF4-FFF2-40B4-BE49-F238E27FC236}">
                  <a16:creationId xmlns:a16="http://schemas.microsoft.com/office/drawing/2014/main" id="{C9DEDC16-BE79-E551-E656-48019A998B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88800" y="5155798"/>
              <a:ext cx="1676852" cy="4506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직선 화살표 연결선 1061">
              <a:extLst>
                <a:ext uri="{FF2B5EF4-FFF2-40B4-BE49-F238E27FC236}">
                  <a16:creationId xmlns:a16="http://schemas.microsoft.com/office/drawing/2014/main" id="{E0E9480D-6CC6-105B-1F74-B8975A17A676}"/>
                </a:ext>
              </a:extLst>
            </p:cNvPr>
            <p:cNvCxnSpPr>
              <a:cxnSpLocks/>
            </p:cNvCxnSpPr>
            <p:nvPr/>
          </p:nvCxnSpPr>
          <p:spPr>
            <a:xfrm>
              <a:off x="4690775" y="5264240"/>
              <a:ext cx="476029" cy="534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직선 화살표 연결선 1063">
              <a:extLst>
                <a:ext uri="{FF2B5EF4-FFF2-40B4-BE49-F238E27FC236}">
                  <a16:creationId xmlns:a16="http://schemas.microsoft.com/office/drawing/2014/main" id="{2E6109FA-37EA-417A-02BC-890C2B3CAE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5282" y="5931834"/>
              <a:ext cx="1455205" cy="9071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직선 화살표 연결선 1064">
              <a:extLst>
                <a:ext uri="{FF2B5EF4-FFF2-40B4-BE49-F238E27FC236}">
                  <a16:creationId xmlns:a16="http://schemas.microsoft.com/office/drawing/2014/main" id="{0FC37135-037E-B2C9-F1C9-3225B235AABF}"/>
                </a:ext>
              </a:extLst>
            </p:cNvPr>
            <p:cNvCxnSpPr>
              <a:cxnSpLocks/>
            </p:cNvCxnSpPr>
            <p:nvPr/>
          </p:nvCxnSpPr>
          <p:spPr>
            <a:xfrm>
              <a:off x="4291574" y="3883543"/>
              <a:ext cx="914721" cy="99357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직선 화살표 연결선 1065">
              <a:extLst>
                <a:ext uri="{FF2B5EF4-FFF2-40B4-BE49-F238E27FC236}">
                  <a16:creationId xmlns:a16="http://schemas.microsoft.com/office/drawing/2014/main" id="{435CA6C7-22BD-9FCE-4FD0-77D5629D01D2}"/>
                </a:ext>
              </a:extLst>
            </p:cNvPr>
            <p:cNvCxnSpPr>
              <a:cxnSpLocks/>
            </p:cNvCxnSpPr>
            <p:nvPr/>
          </p:nvCxnSpPr>
          <p:spPr>
            <a:xfrm>
              <a:off x="5489017" y="4135168"/>
              <a:ext cx="179509" cy="4546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직선 화살표 연결선 1066">
              <a:extLst>
                <a:ext uri="{FF2B5EF4-FFF2-40B4-BE49-F238E27FC236}">
                  <a16:creationId xmlns:a16="http://schemas.microsoft.com/office/drawing/2014/main" id="{17D82116-5DBA-D7B2-630E-AD9E28B7C9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3300" y="4060349"/>
              <a:ext cx="355578" cy="5275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직선 화살표 연결선 1067">
              <a:extLst>
                <a:ext uri="{FF2B5EF4-FFF2-40B4-BE49-F238E27FC236}">
                  <a16:creationId xmlns:a16="http://schemas.microsoft.com/office/drawing/2014/main" id="{980C346D-A105-005E-739E-3F2A06EF85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8977" y="5807405"/>
              <a:ext cx="870226" cy="12442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4" name="그룹 1083">
              <a:extLst>
                <a:ext uri="{FF2B5EF4-FFF2-40B4-BE49-F238E27FC236}">
                  <a16:creationId xmlns:a16="http://schemas.microsoft.com/office/drawing/2014/main" id="{3391DCE5-FEB7-D0CC-85E9-0C3434509C78}"/>
                </a:ext>
              </a:extLst>
            </p:cNvPr>
            <p:cNvGrpSpPr/>
            <p:nvPr/>
          </p:nvGrpSpPr>
          <p:grpSpPr>
            <a:xfrm>
              <a:off x="7720887" y="3443727"/>
              <a:ext cx="975875" cy="1083763"/>
              <a:chOff x="8920788" y="2609321"/>
              <a:chExt cx="975875" cy="1083763"/>
            </a:xfrm>
          </p:grpSpPr>
          <p:pic>
            <p:nvPicPr>
              <p:cNvPr id="2074" name="Picture 26" descr="계명대학교 동산병원 수면센터">
                <a:extLst>
                  <a:ext uri="{FF2B5EF4-FFF2-40B4-BE49-F238E27FC236}">
                    <a16:creationId xmlns:a16="http://schemas.microsoft.com/office/drawing/2014/main" id="{E2A51501-7F2A-4F6B-F204-906664CF26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65171" y="2609321"/>
                <a:ext cx="887108" cy="8836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078" name="그룹 1077">
                <a:extLst>
                  <a:ext uri="{FF2B5EF4-FFF2-40B4-BE49-F238E27FC236}">
                    <a16:creationId xmlns:a16="http://schemas.microsoft.com/office/drawing/2014/main" id="{094FB6F2-4601-9221-E6A8-B07A075973C0}"/>
                  </a:ext>
                </a:extLst>
              </p:cNvPr>
              <p:cNvGrpSpPr/>
              <p:nvPr/>
            </p:nvGrpSpPr>
            <p:grpSpPr>
              <a:xfrm>
                <a:off x="8920788" y="2705018"/>
                <a:ext cx="975875" cy="988066"/>
                <a:chOff x="2865077" y="3275978"/>
                <a:chExt cx="975875" cy="988066"/>
              </a:xfrm>
            </p:grpSpPr>
            <p:sp>
              <p:nvSpPr>
                <p:cNvPr id="1080" name="타원 1079">
                  <a:extLst>
                    <a:ext uri="{FF2B5EF4-FFF2-40B4-BE49-F238E27FC236}">
                      <a16:creationId xmlns:a16="http://schemas.microsoft.com/office/drawing/2014/main" id="{19EBB1D5-FBB5-DAF3-A32A-050C7CE0E893}"/>
                    </a:ext>
                  </a:extLst>
                </p:cNvPr>
                <p:cNvSpPr/>
                <p:nvPr/>
              </p:nvSpPr>
              <p:spPr>
                <a:xfrm>
                  <a:off x="2964000" y="3275978"/>
                  <a:ext cx="754602" cy="75460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81" name="직사각형 1080">
                  <a:extLst>
                    <a:ext uri="{FF2B5EF4-FFF2-40B4-BE49-F238E27FC236}">
                      <a16:creationId xmlns:a16="http://schemas.microsoft.com/office/drawing/2014/main" id="{D3E64B9A-1037-C457-29B4-9BC6007A9EF6}"/>
                    </a:ext>
                  </a:extLst>
                </p:cNvPr>
                <p:cNvSpPr/>
                <p:nvPr/>
              </p:nvSpPr>
              <p:spPr>
                <a:xfrm>
                  <a:off x="2975714" y="3968239"/>
                  <a:ext cx="754603" cy="295805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82" name="TextBox 1081">
                  <a:extLst>
                    <a:ext uri="{FF2B5EF4-FFF2-40B4-BE49-F238E27FC236}">
                      <a16:creationId xmlns:a16="http://schemas.microsoft.com/office/drawing/2014/main" id="{AACBECBA-1F4C-B4CD-045C-D045A6F42F60}"/>
                    </a:ext>
                  </a:extLst>
                </p:cNvPr>
                <p:cNvSpPr txBox="1"/>
                <p:nvPr/>
              </p:nvSpPr>
              <p:spPr>
                <a:xfrm>
                  <a:off x="2865077" y="3985616"/>
                  <a:ext cx="97587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200" dirty="0"/>
                    <a:t>코골이 정도</a:t>
                  </a:r>
                </a:p>
              </p:txBody>
            </p:sp>
          </p:grpSp>
        </p:grpSp>
        <p:cxnSp>
          <p:nvCxnSpPr>
            <p:cNvPr id="1083" name="직선 화살표 연결선 1082">
              <a:extLst>
                <a:ext uri="{FF2B5EF4-FFF2-40B4-BE49-F238E27FC236}">
                  <a16:creationId xmlns:a16="http://schemas.microsoft.com/office/drawing/2014/main" id="{D9C33808-164B-FD6A-615F-2150E9D53F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6627" y="4298809"/>
              <a:ext cx="852545" cy="61996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9870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38B316-82E1-BEF6-EF01-3A653748A17B}"/>
              </a:ext>
            </a:extLst>
          </p:cNvPr>
          <p:cNvSpPr/>
          <p:nvPr/>
        </p:nvSpPr>
        <p:spPr>
          <a:xfrm>
            <a:off x="-21283" y="-7521"/>
            <a:ext cx="12213283" cy="91652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32000">
                <a:schemeClr val="bg1"/>
              </a:gs>
              <a:gs pos="83000">
                <a:srgbClr val="A7E8FF">
                  <a:alpha val="69804"/>
                </a:srgbClr>
              </a:gs>
              <a:gs pos="61000">
                <a:schemeClr val="bg1"/>
              </a:gs>
              <a:gs pos="100000">
                <a:srgbClr val="6DC4FF">
                  <a:alpha val="69804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71C56B-54F6-C676-9EBF-38F151267CFE}"/>
              </a:ext>
            </a:extLst>
          </p:cNvPr>
          <p:cNvSpPr/>
          <p:nvPr/>
        </p:nvSpPr>
        <p:spPr>
          <a:xfrm>
            <a:off x="-21284" y="891602"/>
            <a:ext cx="12213283" cy="89398"/>
          </a:xfrm>
          <a:prstGeom prst="rect">
            <a:avLst/>
          </a:prstGeom>
          <a:solidFill>
            <a:srgbClr val="A9C8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16E2AF9-3171-1DF7-CF1A-EBE33611B412}"/>
              </a:ext>
            </a:extLst>
          </p:cNvPr>
          <p:cNvCxnSpPr>
            <a:cxnSpLocks/>
          </p:cNvCxnSpPr>
          <p:nvPr/>
        </p:nvCxnSpPr>
        <p:spPr>
          <a:xfrm>
            <a:off x="-96000" y="333000"/>
            <a:ext cx="648000" cy="0"/>
          </a:xfrm>
          <a:prstGeom prst="line">
            <a:avLst/>
          </a:prstGeom>
          <a:ln w="254000" cap="rnd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3F150E6-9CAD-E213-256F-812213494566}"/>
              </a:ext>
            </a:extLst>
          </p:cNvPr>
          <p:cNvCxnSpPr>
            <a:cxnSpLocks/>
          </p:cNvCxnSpPr>
          <p:nvPr/>
        </p:nvCxnSpPr>
        <p:spPr>
          <a:xfrm>
            <a:off x="-96000" y="621154"/>
            <a:ext cx="864000" cy="0"/>
          </a:xfrm>
          <a:prstGeom prst="line">
            <a:avLst/>
          </a:prstGeom>
          <a:ln w="254000" cap="rnd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TextBox 1043">
            <a:extLst>
              <a:ext uri="{FF2B5EF4-FFF2-40B4-BE49-F238E27FC236}">
                <a16:creationId xmlns:a16="http://schemas.microsoft.com/office/drawing/2014/main" id="{94167A95-4077-82BE-8090-0BA89520C0CF}"/>
              </a:ext>
            </a:extLst>
          </p:cNvPr>
          <p:cNvSpPr txBox="1"/>
          <p:nvPr/>
        </p:nvSpPr>
        <p:spPr>
          <a:xfrm>
            <a:off x="4238625" y="390321"/>
            <a:ext cx="794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수면 중 생리적 변화에 따른 스트레스 수치 예측</a:t>
            </a:r>
            <a:endParaRPr lang="en-US" altLang="ko-KR" sz="2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2185CE-F995-1C0C-8122-80A51B6A3440}"/>
              </a:ext>
            </a:extLst>
          </p:cNvPr>
          <p:cNvSpPr txBox="1"/>
          <p:nvPr/>
        </p:nvSpPr>
        <p:spPr>
          <a:xfrm>
            <a:off x="804000" y="66018"/>
            <a:ext cx="24363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/>
              <a:t>3</a:t>
            </a:r>
            <a:r>
              <a:rPr lang="ko-KR" altLang="en-US" dirty="0"/>
              <a:t> </a:t>
            </a:r>
            <a:r>
              <a:rPr lang="ko-KR" altLang="en-US" sz="2400" dirty="0"/>
              <a:t>프로젝트 일정</a:t>
            </a:r>
            <a:endParaRPr lang="en-US" altLang="ko-KR" sz="20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16C01EF-F62A-27E9-DB54-BA6CEC50D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334635"/>
              </p:ext>
            </p:extLst>
          </p:nvPr>
        </p:nvGraphicFramePr>
        <p:xfrm>
          <a:off x="1753486" y="2262522"/>
          <a:ext cx="8685027" cy="3028738"/>
        </p:xfrm>
        <a:graphic>
          <a:graphicData uri="http://schemas.openxmlformats.org/drawingml/2006/table">
            <a:tbl>
              <a:tblPr/>
              <a:tblGrid>
                <a:gridCol w="3222387">
                  <a:extLst>
                    <a:ext uri="{9D8B030D-6E8A-4147-A177-3AD203B41FA5}">
                      <a16:colId xmlns:a16="http://schemas.microsoft.com/office/drawing/2014/main" val="1050516978"/>
                    </a:ext>
                  </a:extLst>
                </a:gridCol>
                <a:gridCol w="910440">
                  <a:extLst>
                    <a:ext uri="{9D8B030D-6E8A-4147-A177-3AD203B41FA5}">
                      <a16:colId xmlns:a16="http://schemas.microsoft.com/office/drawing/2014/main" val="599266402"/>
                    </a:ext>
                  </a:extLst>
                </a:gridCol>
                <a:gridCol w="910440">
                  <a:extLst>
                    <a:ext uri="{9D8B030D-6E8A-4147-A177-3AD203B41FA5}">
                      <a16:colId xmlns:a16="http://schemas.microsoft.com/office/drawing/2014/main" val="3765575634"/>
                    </a:ext>
                  </a:extLst>
                </a:gridCol>
                <a:gridCol w="910440">
                  <a:extLst>
                    <a:ext uri="{9D8B030D-6E8A-4147-A177-3AD203B41FA5}">
                      <a16:colId xmlns:a16="http://schemas.microsoft.com/office/drawing/2014/main" val="2234685724"/>
                    </a:ext>
                  </a:extLst>
                </a:gridCol>
                <a:gridCol w="910440">
                  <a:extLst>
                    <a:ext uri="{9D8B030D-6E8A-4147-A177-3AD203B41FA5}">
                      <a16:colId xmlns:a16="http://schemas.microsoft.com/office/drawing/2014/main" val="3060864181"/>
                    </a:ext>
                  </a:extLst>
                </a:gridCol>
                <a:gridCol w="910440">
                  <a:extLst>
                    <a:ext uri="{9D8B030D-6E8A-4147-A177-3AD203B41FA5}">
                      <a16:colId xmlns:a16="http://schemas.microsoft.com/office/drawing/2014/main" val="2816107268"/>
                    </a:ext>
                  </a:extLst>
                </a:gridCol>
                <a:gridCol w="910440">
                  <a:extLst>
                    <a:ext uri="{9D8B030D-6E8A-4147-A177-3AD203B41FA5}">
                      <a16:colId xmlns:a16="http://schemas.microsoft.com/office/drawing/2014/main" val="1147252046"/>
                    </a:ext>
                  </a:extLst>
                </a:gridCol>
              </a:tblGrid>
              <a:tr h="549298">
                <a:tc rowSpan="2">
                  <a:txBody>
                    <a:bodyPr/>
                    <a:lstStyle>
                      <a:lvl1pPr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내 용</a:t>
                      </a: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11</a:t>
                      </a:r>
                      <a:r>
                        <a:rPr kumimoji="0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12</a:t>
                      </a:r>
                      <a:r>
                        <a:rPr kumimoji="0" lang="ko-KR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</a:t>
                      </a: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857544"/>
                  </a:ext>
                </a:extLst>
              </a:tr>
              <a:tr h="35806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11-1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11-2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11-3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11-4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12-1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12-2</a:t>
                      </a:r>
                      <a:endParaRPr kumimoji="0" lang="ko-KR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51488"/>
                  </a:ext>
                </a:extLst>
              </a:tr>
              <a:tr h="327294">
                <a:tc>
                  <a:txBody>
                    <a:bodyPr/>
                    <a:lstStyle>
                      <a:lvl1pPr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데이터 분석 방법 조사 및 선정</a:t>
                      </a: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95375"/>
                  </a:ext>
                </a:extLst>
              </a:tr>
              <a:tr h="327294">
                <a:tc>
                  <a:txBody>
                    <a:bodyPr/>
                    <a:lstStyle>
                      <a:lvl1pPr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데이터 전 처리</a:t>
                      </a: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394186"/>
                  </a:ext>
                </a:extLst>
              </a:tr>
              <a:tr h="327294">
                <a:tc>
                  <a:txBody>
                    <a:bodyPr/>
                    <a:lstStyle>
                      <a:lvl1pPr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데이터 모델링</a:t>
                      </a: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812271"/>
                  </a:ext>
                </a:extLst>
              </a:tr>
              <a:tr h="327294">
                <a:tc>
                  <a:txBody>
                    <a:bodyPr/>
                    <a:lstStyle>
                      <a:lvl1pPr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127000" algn="l"/>
                          <a:tab pos="254000" algn="l"/>
                          <a:tab pos="381000" algn="l"/>
                          <a:tab pos="508000" algn="l"/>
                          <a:tab pos="635000" algn="l"/>
                          <a:tab pos="762000" algn="l"/>
                          <a:tab pos="889000" algn="l"/>
                          <a:tab pos="1016000" algn="l"/>
                          <a:tab pos="1143000" algn="l"/>
                          <a:tab pos="1270000" algn="l"/>
                          <a:tab pos="1397000" algn="l"/>
                          <a:tab pos="1524000" algn="l"/>
                          <a:tab pos="1651000" algn="l"/>
                          <a:tab pos="1778000" algn="l"/>
                          <a:tab pos="1905000" algn="l"/>
                          <a:tab pos="2032000" algn="l"/>
                          <a:tab pos="2159000" algn="l"/>
                          <a:tab pos="2286000" algn="l"/>
                          <a:tab pos="2413000" algn="l"/>
                          <a:tab pos="2540000" algn="l"/>
                        </a:tabLst>
                        <a:defRPr sz="25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127000" algn="l"/>
                          <a:tab pos="254000" algn="l"/>
                          <a:tab pos="381000" algn="l"/>
                          <a:tab pos="508000" algn="l"/>
                          <a:tab pos="635000" algn="l"/>
                          <a:tab pos="762000" algn="l"/>
                          <a:tab pos="889000" algn="l"/>
                          <a:tab pos="1016000" algn="l"/>
                          <a:tab pos="1143000" algn="l"/>
                          <a:tab pos="1270000" algn="l"/>
                          <a:tab pos="1397000" algn="l"/>
                          <a:tab pos="1524000" algn="l"/>
                          <a:tab pos="1651000" algn="l"/>
                          <a:tab pos="1778000" algn="l"/>
                          <a:tab pos="1905000" algn="l"/>
                          <a:tab pos="2032000" algn="l"/>
                          <a:tab pos="2159000" algn="l"/>
                          <a:tab pos="2286000" algn="l"/>
                          <a:tab pos="2413000" algn="l"/>
                          <a:tab pos="2540000" algn="l"/>
                        </a:tabLst>
                        <a:defRPr sz="21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127000" algn="l"/>
                          <a:tab pos="254000" algn="l"/>
                          <a:tab pos="381000" algn="l"/>
                          <a:tab pos="508000" algn="l"/>
                          <a:tab pos="635000" algn="l"/>
                          <a:tab pos="762000" algn="l"/>
                          <a:tab pos="889000" algn="l"/>
                          <a:tab pos="1016000" algn="l"/>
                          <a:tab pos="1143000" algn="l"/>
                          <a:tab pos="1270000" algn="l"/>
                          <a:tab pos="1397000" algn="l"/>
                          <a:tab pos="1524000" algn="l"/>
                          <a:tab pos="1651000" algn="l"/>
                          <a:tab pos="1778000" algn="l"/>
                          <a:tab pos="1905000" algn="l"/>
                          <a:tab pos="2032000" algn="l"/>
                          <a:tab pos="2159000" algn="l"/>
                          <a:tab pos="2286000" algn="l"/>
                          <a:tab pos="2413000" algn="l"/>
                          <a:tab pos="2540000" algn="l"/>
                        </a:tabLst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127000" algn="l"/>
                          <a:tab pos="254000" algn="l"/>
                          <a:tab pos="381000" algn="l"/>
                          <a:tab pos="508000" algn="l"/>
                          <a:tab pos="635000" algn="l"/>
                          <a:tab pos="762000" algn="l"/>
                          <a:tab pos="889000" algn="l"/>
                          <a:tab pos="1016000" algn="l"/>
                          <a:tab pos="1143000" algn="l"/>
                          <a:tab pos="1270000" algn="l"/>
                          <a:tab pos="1397000" algn="l"/>
                          <a:tab pos="1524000" algn="l"/>
                          <a:tab pos="1651000" algn="l"/>
                          <a:tab pos="1778000" algn="l"/>
                          <a:tab pos="1905000" algn="l"/>
                          <a:tab pos="2032000" algn="l"/>
                          <a:tab pos="2159000" algn="l"/>
                          <a:tab pos="2286000" algn="l"/>
                          <a:tab pos="2413000" algn="l"/>
                          <a:tab pos="2540000" algn="l"/>
                        </a:tabLst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defTabSz="842963" latinLnBrk="1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127000" algn="l"/>
                          <a:tab pos="254000" algn="l"/>
                          <a:tab pos="381000" algn="l"/>
                          <a:tab pos="508000" algn="l"/>
                          <a:tab pos="635000" algn="l"/>
                          <a:tab pos="762000" algn="l"/>
                          <a:tab pos="889000" algn="l"/>
                          <a:tab pos="1016000" algn="l"/>
                          <a:tab pos="1143000" algn="l"/>
                          <a:tab pos="1270000" algn="l"/>
                          <a:tab pos="1397000" algn="l"/>
                          <a:tab pos="1524000" algn="l"/>
                          <a:tab pos="1651000" algn="l"/>
                          <a:tab pos="1778000" algn="l"/>
                          <a:tab pos="1905000" algn="l"/>
                          <a:tab pos="2032000" algn="l"/>
                          <a:tab pos="2159000" algn="l"/>
                          <a:tab pos="2286000" algn="l"/>
                          <a:tab pos="2413000" algn="l"/>
                          <a:tab pos="2540000" algn="l"/>
                        </a:tabLst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127000" algn="l"/>
                          <a:tab pos="254000" algn="l"/>
                          <a:tab pos="381000" algn="l"/>
                          <a:tab pos="508000" algn="l"/>
                          <a:tab pos="635000" algn="l"/>
                          <a:tab pos="762000" algn="l"/>
                          <a:tab pos="889000" algn="l"/>
                          <a:tab pos="1016000" algn="l"/>
                          <a:tab pos="1143000" algn="l"/>
                          <a:tab pos="1270000" algn="l"/>
                          <a:tab pos="1397000" algn="l"/>
                          <a:tab pos="1524000" algn="l"/>
                          <a:tab pos="1651000" algn="l"/>
                          <a:tab pos="1778000" algn="l"/>
                          <a:tab pos="1905000" algn="l"/>
                          <a:tab pos="2032000" algn="l"/>
                          <a:tab pos="2159000" algn="l"/>
                          <a:tab pos="2286000" algn="l"/>
                          <a:tab pos="2413000" algn="l"/>
                          <a:tab pos="2540000" algn="l"/>
                        </a:tabLst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127000" algn="l"/>
                          <a:tab pos="254000" algn="l"/>
                          <a:tab pos="381000" algn="l"/>
                          <a:tab pos="508000" algn="l"/>
                          <a:tab pos="635000" algn="l"/>
                          <a:tab pos="762000" algn="l"/>
                          <a:tab pos="889000" algn="l"/>
                          <a:tab pos="1016000" algn="l"/>
                          <a:tab pos="1143000" algn="l"/>
                          <a:tab pos="1270000" algn="l"/>
                          <a:tab pos="1397000" algn="l"/>
                          <a:tab pos="1524000" algn="l"/>
                          <a:tab pos="1651000" algn="l"/>
                          <a:tab pos="1778000" algn="l"/>
                          <a:tab pos="1905000" algn="l"/>
                          <a:tab pos="2032000" algn="l"/>
                          <a:tab pos="2159000" algn="l"/>
                          <a:tab pos="2286000" algn="l"/>
                          <a:tab pos="2413000" algn="l"/>
                          <a:tab pos="2540000" algn="l"/>
                        </a:tabLst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127000" algn="l"/>
                          <a:tab pos="254000" algn="l"/>
                          <a:tab pos="381000" algn="l"/>
                          <a:tab pos="508000" algn="l"/>
                          <a:tab pos="635000" algn="l"/>
                          <a:tab pos="762000" algn="l"/>
                          <a:tab pos="889000" algn="l"/>
                          <a:tab pos="1016000" algn="l"/>
                          <a:tab pos="1143000" algn="l"/>
                          <a:tab pos="1270000" algn="l"/>
                          <a:tab pos="1397000" algn="l"/>
                          <a:tab pos="1524000" algn="l"/>
                          <a:tab pos="1651000" algn="l"/>
                          <a:tab pos="1778000" algn="l"/>
                          <a:tab pos="1905000" algn="l"/>
                          <a:tab pos="2032000" algn="l"/>
                          <a:tab pos="2159000" algn="l"/>
                          <a:tab pos="2286000" algn="l"/>
                          <a:tab pos="2413000" algn="l"/>
                          <a:tab pos="2540000" algn="l"/>
                        </a:tabLst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defTabSz="84296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127000" algn="l"/>
                          <a:tab pos="254000" algn="l"/>
                          <a:tab pos="381000" algn="l"/>
                          <a:tab pos="508000" algn="l"/>
                          <a:tab pos="635000" algn="l"/>
                          <a:tab pos="762000" algn="l"/>
                          <a:tab pos="889000" algn="l"/>
                          <a:tab pos="1016000" algn="l"/>
                          <a:tab pos="1143000" algn="l"/>
                          <a:tab pos="1270000" algn="l"/>
                          <a:tab pos="1397000" algn="l"/>
                          <a:tab pos="1524000" algn="l"/>
                          <a:tab pos="1651000" algn="l"/>
                          <a:tab pos="1778000" algn="l"/>
                          <a:tab pos="1905000" algn="l"/>
                          <a:tab pos="2032000" algn="l"/>
                          <a:tab pos="2159000" algn="l"/>
                          <a:tab pos="2286000" algn="l"/>
                          <a:tab pos="2413000" algn="l"/>
                          <a:tab pos="2540000" algn="l"/>
                        </a:tabLst>
                        <a:defRPr sz="16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7000" algn="l"/>
                          <a:tab pos="254000" algn="l"/>
                          <a:tab pos="381000" algn="l"/>
                          <a:tab pos="508000" algn="l"/>
                          <a:tab pos="635000" algn="l"/>
                          <a:tab pos="762000" algn="l"/>
                          <a:tab pos="889000" algn="l"/>
                          <a:tab pos="1016000" algn="l"/>
                          <a:tab pos="1143000" algn="l"/>
                          <a:tab pos="1270000" algn="l"/>
                          <a:tab pos="1397000" algn="l"/>
                          <a:tab pos="1524000" algn="l"/>
                          <a:tab pos="1651000" algn="l"/>
                          <a:tab pos="1778000" algn="l"/>
                          <a:tab pos="1905000" algn="l"/>
                          <a:tab pos="2032000" algn="l"/>
                          <a:tab pos="2159000" algn="l"/>
                          <a:tab pos="2286000" algn="l"/>
                          <a:tab pos="2413000" algn="l"/>
                          <a:tab pos="2540000" algn="l"/>
                        </a:tabLst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모델 평가</a:t>
                      </a: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940025"/>
                  </a:ext>
                </a:extLst>
              </a:tr>
              <a:tr h="327294"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7000" algn="l"/>
                          <a:tab pos="254000" algn="l"/>
                          <a:tab pos="381000" algn="l"/>
                          <a:tab pos="508000" algn="l"/>
                          <a:tab pos="635000" algn="l"/>
                          <a:tab pos="762000" algn="l"/>
                          <a:tab pos="889000" algn="l"/>
                          <a:tab pos="1016000" algn="l"/>
                          <a:tab pos="1143000" algn="l"/>
                          <a:tab pos="1270000" algn="l"/>
                          <a:tab pos="1397000" algn="l"/>
                          <a:tab pos="1524000" algn="l"/>
                          <a:tab pos="1651000" algn="l"/>
                          <a:tab pos="1778000" algn="l"/>
                          <a:tab pos="1905000" algn="l"/>
                          <a:tab pos="2032000" algn="l"/>
                          <a:tab pos="2159000" algn="l"/>
                          <a:tab pos="2286000" algn="l"/>
                          <a:tab pos="2413000" algn="l"/>
                          <a:tab pos="2540000" algn="l"/>
                        </a:tabLst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프로젝트 결과보고서 발표</a:t>
                      </a: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4296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72000" marB="72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692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8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스퀘어 Bold"/>
        <a:ea typeface="나눔스퀘어 Bold"/>
        <a:cs typeface=""/>
      </a:majorFont>
      <a:minorFont>
        <a:latin typeface="나눔스퀘어 Bold"/>
        <a:ea typeface="나눔스퀘어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fc42aa-8227-4537-b949-0baff9ef990a">
      <Terms xmlns="http://schemas.microsoft.com/office/infopath/2007/PartnerControls"/>
    </lcf76f155ced4ddcb4097134ff3c332f>
    <TaxCatchAll xmlns="9e314b93-0cff-43ee-bb93-6abc09342b9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BE77DD7D54411459E45E00EE59DB07E" ma:contentTypeVersion="16" ma:contentTypeDescription="새 문서를 만듭니다." ma:contentTypeScope="" ma:versionID="6aa1e6e6d8fd9b95ad40d8d7148643e4">
  <xsd:schema xmlns:xsd="http://www.w3.org/2001/XMLSchema" xmlns:xs="http://www.w3.org/2001/XMLSchema" xmlns:p="http://schemas.microsoft.com/office/2006/metadata/properties" xmlns:ns2="2dfc42aa-8227-4537-b949-0baff9ef990a" xmlns:ns3="9e314b93-0cff-43ee-bb93-6abc09342b92" targetNamespace="http://schemas.microsoft.com/office/2006/metadata/properties" ma:root="true" ma:fieldsID="43bca039d616512f4b5a1065e40b8114" ns2:_="" ns3:_="">
    <xsd:import namespace="2dfc42aa-8227-4537-b949-0baff9ef990a"/>
    <xsd:import namespace="9e314b93-0cff-43ee-bb93-6abc09342b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fc42aa-8227-4537-b949-0baff9ef99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48bcdf65-0656-478b-b62b-21146b0da9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314b93-0cff-43ee-bb93-6abc09342b92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d3ae360d-0bc8-4572-a6f8-5b7350c22b87}" ma:internalName="TaxCatchAll" ma:showField="CatchAllData" ma:web="9e314b93-0cff-43ee-bb93-6abc09342b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A8B736-A023-4D09-90FB-07F73666F508}">
  <ds:schemaRefs>
    <ds:schemaRef ds:uri="http://schemas.microsoft.com/office/2006/metadata/properties"/>
    <ds:schemaRef ds:uri="http://schemas.microsoft.com/office/infopath/2007/PartnerControls"/>
    <ds:schemaRef ds:uri="2dfc42aa-8227-4537-b949-0baff9ef990a"/>
    <ds:schemaRef ds:uri="9e314b93-0cff-43ee-bb93-6abc09342b92"/>
  </ds:schemaRefs>
</ds:datastoreItem>
</file>

<file path=customXml/itemProps2.xml><?xml version="1.0" encoding="utf-8"?>
<ds:datastoreItem xmlns:ds="http://schemas.openxmlformats.org/officeDocument/2006/customXml" ds:itemID="{95C666A9-BC1D-403F-B29D-A2D4B584D7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fc42aa-8227-4537-b949-0baff9ef990a"/>
    <ds:schemaRef ds:uri="9e314b93-0cff-43ee-bb93-6abc09342b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A50169-6E15-494E-88CA-061AA70266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2827</TotalTime>
  <Words>193</Words>
  <Application>Microsoft Office PowerPoint</Application>
  <PresentationFormat>와이드스크린</PresentationFormat>
  <Paragraphs>46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나눔스퀘어 Bold</vt:lpstr>
      <vt:lpstr>나눔스퀘어 ExtraBold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동석</dc:creator>
  <cp:lastModifiedBy>신진영</cp:lastModifiedBy>
  <cp:revision>16</cp:revision>
  <dcterms:created xsi:type="dcterms:W3CDTF">2023-04-11T08:20:54Z</dcterms:created>
  <dcterms:modified xsi:type="dcterms:W3CDTF">2025-11-30T13:44:11Z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0x0101005BE77DD7D54411459E45E00EE59DB07E</vt:lpwstr>
  </property>
</Properties>
</file>